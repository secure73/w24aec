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Khorsandfard" userId="a90af3b2695fe915" providerId="LiveId" clId="{F3E1761A-1A59-4059-9BFB-0B8E2388E729}"/>
    <pc:docChg chg="undo custSel modSld">
      <pc:chgData name="Ali Khorsandfard" userId="a90af3b2695fe915" providerId="LiveId" clId="{F3E1761A-1A59-4059-9BFB-0B8E2388E729}" dt="2024-10-31T08:01:35.126" v="27" actId="26606"/>
      <pc:docMkLst>
        <pc:docMk/>
      </pc:docMkLst>
      <pc:sldChg chg="addSp delSp modSp mod">
        <pc:chgData name="Ali Khorsandfard" userId="a90af3b2695fe915" providerId="LiveId" clId="{F3E1761A-1A59-4059-9BFB-0B8E2388E729}" dt="2024-10-31T08:01:35.126" v="27" actId="26606"/>
        <pc:sldMkLst>
          <pc:docMk/>
          <pc:sldMk cId="1515481210" sldId="256"/>
        </pc:sldMkLst>
        <pc:spChg chg="mo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2" creationId="{B82208EE-EBB8-1015-7DE3-66F2885AD547}"/>
          </ac:spMkLst>
        </pc:spChg>
        <pc:spChg chg="mo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" creationId="{9B36BCFB-78C8-793E-5DE2-27AE4B024863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8" creationId="{0E30439A-8A5B-46EC-8283-9B6B031D40D0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10" creationId="{5CEAD642-85CF-4750-8432-7C80C901F001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12" creationId="{FA33EEAE-15D5-4119-8C1E-89D943F911EF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14" creationId="{730D8B3B-9B80-4025-B934-26DC7D7CD231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16" creationId="{B5A1B09C-1565-46F8-B70F-621C5EB48A09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18" creationId="{8C516CC8-80AC-446C-A56E-9F54B7210402}"/>
          </ac:spMkLst>
        </pc:spChg>
        <pc:spChg chg="add del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20" creationId="{53947E58-F088-49F1-A3D1-DEA690192E84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25" creationId="{8C790BE2-4E4F-4AAF-81A2-4A6F4885EBE6}"/>
          </ac:spMkLst>
        </pc:spChg>
        <pc:spChg chg="add del">
          <ac:chgData name="Ali Khorsandfard" userId="a90af3b2695fe915" providerId="LiveId" clId="{F3E1761A-1A59-4059-9BFB-0B8E2388E729}" dt="2024-10-31T08:01:35.098" v="26" actId="26606"/>
          <ac:spMkLst>
            <pc:docMk/>
            <pc:sldMk cId="1515481210" sldId="256"/>
            <ac:spMk id="26" creationId="{E0AE394F-AFF1-4485-AF1F-7387A2F041AA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27" creationId="{D28B54C3-B57B-472A-B96E-1FCB67093DC2}"/>
          </ac:spMkLst>
        </pc:spChg>
        <pc:spChg chg="add del">
          <ac:chgData name="Ali Khorsandfard" userId="a90af3b2695fe915" providerId="LiveId" clId="{F3E1761A-1A59-4059-9BFB-0B8E2388E729}" dt="2024-10-31T08:01:35.098" v="26" actId="26606"/>
          <ac:spMkLst>
            <pc:docMk/>
            <pc:sldMk cId="1515481210" sldId="256"/>
            <ac:spMk id="28" creationId="{5683D043-25BB-4AC9-8130-641179672614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29" creationId="{7DB3C429-F8DA-49B9-AF84-21996FCF78B5}"/>
          </ac:spMkLst>
        </pc:spChg>
        <pc:spChg chg="add del">
          <ac:chgData name="Ali Khorsandfard" userId="a90af3b2695fe915" providerId="LiveId" clId="{F3E1761A-1A59-4059-9BFB-0B8E2388E729}" dt="2024-10-31T08:01:35.098" v="26" actId="26606"/>
          <ac:spMkLst>
            <pc:docMk/>
            <pc:sldMk cId="1515481210" sldId="256"/>
            <ac:spMk id="30" creationId="{AA61CCAC-6875-474C-8E9E-F57ABF078C2B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31" creationId="{E12088DD-B1AD-40E0-8B86-1D87A2CCD9BE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2" creationId="{8C790BE2-4E4F-4AAF-81A2-4A6F4885EBE6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33" creationId="{C4C9F2B0-1044-46EB-8AEB-C3BFFDE6C2CC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4" creationId="{D28B54C3-B57B-472A-B96E-1FCB67093DC2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35" creationId="{0C395952-4E26-45A2-8756-2ADFD6E53C6E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6" creationId="{7DB3C429-F8DA-49B9-AF84-21996FCF78B5}"/>
          </ac:spMkLst>
        </pc:spChg>
        <pc:spChg chg="add del">
          <ac:chgData name="Ali Khorsandfard" userId="a90af3b2695fe915" providerId="LiveId" clId="{F3E1761A-1A59-4059-9BFB-0B8E2388E729}" dt="2024-10-31T08:01:33.043" v="24" actId="26606"/>
          <ac:spMkLst>
            <pc:docMk/>
            <pc:sldMk cId="1515481210" sldId="256"/>
            <ac:spMk id="37" creationId="{4734BADF-9461-4621-B112-2D7BABEA7DD0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8" creationId="{E12088DD-B1AD-40E0-8B86-1D87A2CCD9BE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39" creationId="{C4C9F2B0-1044-46EB-8AEB-C3BFFDE6C2CC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40" creationId="{0C395952-4E26-45A2-8756-2ADFD6E53C6E}"/>
          </ac:spMkLst>
        </pc:spChg>
        <pc:spChg chg="add">
          <ac:chgData name="Ali Khorsandfard" userId="a90af3b2695fe915" providerId="LiveId" clId="{F3E1761A-1A59-4059-9BFB-0B8E2388E729}" dt="2024-10-31T08:01:35.126" v="27" actId="26606"/>
          <ac:spMkLst>
            <pc:docMk/>
            <pc:sldMk cId="1515481210" sldId="256"/>
            <ac:spMk id="41" creationId="{4734BADF-9461-4621-B112-2D7BABEA7DD0}"/>
          </ac:spMkLst>
        </pc:spChg>
        <pc:picChg chg="add del">
          <ac:chgData name="Ali Khorsandfard" userId="a90af3b2695fe915" providerId="LiveId" clId="{F3E1761A-1A59-4059-9BFB-0B8E2388E729}" dt="2024-10-31T08:01:35.098" v="26" actId="26606"/>
          <ac:picMkLst>
            <pc:docMk/>
            <pc:sldMk cId="1515481210" sldId="256"/>
            <ac:picMk id="22" creationId="{7AAB1234-59F3-A132-7B79-C30A1206E54C}"/>
          </ac:picMkLst>
        </pc:picChg>
      </pc:sldChg>
    </pc:docChg>
  </pc:docChgLst>
</pc:chgInfo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3D5A6B-FD96-4E04-952E-EC584C70DEC3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313C5B5-2817-4D3A-BE75-5FD4E65AC817}">
      <dgm:prSet/>
      <dgm:spPr/>
      <dgm:t>
        <a:bodyPr/>
        <a:lstStyle/>
        <a:p>
          <a:r>
            <a:rPr lang="de-DE"/>
            <a:t>Bootstrap ist ein beliebtes Frontend-Framework zur Erstellung von responsiven, mobilfreundlichen Websites.</a:t>
          </a:r>
          <a:endParaRPr lang="en-US"/>
        </a:p>
      </dgm:t>
    </dgm:pt>
    <dgm:pt modelId="{D074ABA4-A827-415F-8AEF-32F4C4FA9AC3}" type="parTrans" cxnId="{34AD5A4F-B60B-4E63-A659-EB00B057E3FE}">
      <dgm:prSet/>
      <dgm:spPr/>
      <dgm:t>
        <a:bodyPr/>
        <a:lstStyle/>
        <a:p>
          <a:endParaRPr lang="en-US"/>
        </a:p>
      </dgm:t>
    </dgm:pt>
    <dgm:pt modelId="{FAE9208C-7B42-4444-80E0-7EA2E7A0BA30}" type="sibTrans" cxnId="{34AD5A4F-B60B-4E63-A659-EB00B057E3FE}">
      <dgm:prSet/>
      <dgm:spPr/>
      <dgm:t>
        <a:bodyPr/>
        <a:lstStyle/>
        <a:p>
          <a:endParaRPr lang="en-US"/>
        </a:p>
      </dgm:t>
    </dgm:pt>
    <dgm:pt modelId="{A95C2074-D4AD-438D-AACD-BD2A273AD7C6}">
      <dgm:prSet/>
      <dgm:spPr/>
      <dgm:t>
        <a:bodyPr/>
        <a:lstStyle/>
        <a:p>
          <a:r>
            <a:rPr lang="de-DE" b="1"/>
            <a:t>Entwickelt von</a:t>
          </a:r>
          <a:r>
            <a:rPr lang="de-DE"/>
            <a:t>: Twitter (veröffentlicht 2011)</a:t>
          </a:r>
          <a:endParaRPr lang="en-US"/>
        </a:p>
      </dgm:t>
    </dgm:pt>
    <dgm:pt modelId="{EA347FF3-E586-4156-9E20-22E911A8BDCD}" type="parTrans" cxnId="{60D6D401-F09D-44A6-9AA5-7E901B130C5A}">
      <dgm:prSet/>
      <dgm:spPr/>
      <dgm:t>
        <a:bodyPr/>
        <a:lstStyle/>
        <a:p>
          <a:endParaRPr lang="en-US"/>
        </a:p>
      </dgm:t>
    </dgm:pt>
    <dgm:pt modelId="{682C8B28-FD39-4BC0-834D-4228670E13A2}" type="sibTrans" cxnId="{60D6D401-F09D-44A6-9AA5-7E901B130C5A}">
      <dgm:prSet/>
      <dgm:spPr/>
      <dgm:t>
        <a:bodyPr/>
        <a:lstStyle/>
        <a:p>
          <a:endParaRPr lang="en-US"/>
        </a:p>
      </dgm:t>
    </dgm:pt>
    <dgm:pt modelId="{875CE87E-60BA-4AF1-874D-5634FF9D530A}">
      <dgm:prSet/>
      <dgm:spPr/>
      <dgm:t>
        <a:bodyPr/>
        <a:lstStyle/>
        <a:p>
          <a:r>
            <a:rPr lang="de-DE" b="1"/>
            <a:t>Vorteile</a:t>
          </a:r>
          <a:r>
            <a:rPr lang="de-DE"/>
            <a:t>:</a:t>
          </a:r>
          <a:endParaRPr lang="en-US"/>
        </a:p>
      </dgm:t>
    </dgm:pt>
    <dgm:pt modelId="{7DAFA866-F748-4791-9DF5-9BAAC68465CA}" type="parTrans" cxnId="{297DC4E1-01D0-40BA-A40B-11029BC643AF}">
      <dgm:prSet/>
      <dgm:spPr/>
      <dgm:t>
        <a:bodyPr/>
        <a:lstStyle/>
        <a:p>
          <a:endParaRPr lang="en-US"/>
        </a:p>
      </dgm:t>
    </dgm:pt>
    <dgm:pt modelId="{80910A9A-D040-4679-94BD-5657871ED03E}" type="sibTrans" cxnId="{297DC4E1-01D0-40BA-A40B-11029BC643AF}">
      <dgm:prSet/>
      <dgm:spPr/>
      <dgm:t>
        <a:bodyPr/>
        <a:lstStyle/>
        <a:p>
          <a:endParaRPr lang="en-US"/>
        </a:p>
      </dgm:t>
    </dgm:pt>
    <dgm:pt modelId="{6B204BAD-B4FA-4B40-AE84-5E291695957C}">
      <dgm:prSet/>
      <dgm:spPr/>
      <dgm:t>
        <a:bodyPr/>
        <a:lstStyle/>
        <a:p>
          <a:r>
            <a:rPr lang="de-DE"/>
            <a:t>Vorgefertigte CSS-Klassen für einfache Gestaltung.</a:t>
          </a:r>
          <a:endParaRPr lang="en-US"/>
        </a:p>
      </dgm:t>
    </dgm:pt>
    <dgm:pt modelId="{68D338B7-8985-4AF1-96EA-0276D2435764}" type="parTrans" cxnId="{A5C0EE8F-B4F8-49EE-A22C-7879E2D127DE}">
      <dgm:prSet/>
      <dgm:spPr/>
      <dgm:t>
        <a:bodyPr/>
        <a:lstStyle/>
        <a:p>
          <a:endParaRPr lang="en-US"/>
        </a:p>
      </dgm:t>
    </dgm:pt>
    <dgm:pt modelId="{C4826646-6EEE-4211-827B-42C9DF836349}" type="sibTrans" cxnId="{A5C0EE8F-B4F8-49EE-A22C-7879E2D127DE}">
      <dgm:prSet/>
      <dgm:spPr/>
      <dgm:t>
        <a:bodyPr/>
        <a:lstStyle/>
        <a:p>
          <a:endParaRPr lang="en-US"/>
        </a:p>
      </dgm:t>
    </dgm:pt>
    <dgm:pt modelId="{30A66E88-3020-46F2-9D64-6D4492FD693A}">
      <dgm:prSet/>
      <dgm:spPr/>
      <dgm:t>
        <a:bodyPr/>
        <a:lstStyle/>
        <a:p>
          <a:r>
            <a:rPr lang="de-DE"/>
            <a:t>Responsives Design für verschiedene Bildschirmgrößen.	</a:t>
          </a:r>
          <a:endParaRPr lang="en-US"/>
        </a:p>
      </dgm:t>
    </dgm:pt>
    <dgm:pt modelId="{F9FAD475-E5E7-4D3A-84BC-E7DDC2C4291E}" type="parTrans" cxnId="{4C80B63D-FEC0-479E-A8CD-1850181F9073}">
      <dgm:prSet/>
      <dgm:spPr/>
      <dgm:t>
        <a:bodyPr/>
        <a:lstStyle/>
        <a:p>
          <a:endParaRPr lang="en-US"/>
        </a:p>
      </dgm:t>
    </dgm:pt>
    <dgm:pt modelId="{D40DF52E-0DAD-44AD-99EC-112C3F298C3E}" type="sibTrans" cxnId="{4C80B63D-FEC0-479E-A8CD-1850181F9073}">
      <dgm:prSet/>
      <dgm:spPr/>
      <dgm:t>
        <a:bodyPr/>
        <a:lstStyle/>
        <a:p>
          <a:endParaRPr lang="en-US"/>
        </a:p>
      </dgm:t>
    </dgm:pt>
    <dgm:pt modelId="{5F99EFB6-5DF7-4C6D-98FD-332CD238648A}">
      <dgm:prSet/>
      <dgm:spPr/>
      <dgm:t>
        <a:bodyPr/>
        <a:lstStyle/>
        <a:p>
          <a:r>
            <a:rPr lang="de-DE"/>
            <a:t>Große Community und umfangreiche Dokumentation.</a:t>
          </a:r>
          <a:endParaRPr lang="en-US"/>
        </a:p>
      </dgm:t>
    </dgm:pt>
    <dgm:pt modelId="{FFF68C73-E60B-46F3-A143-C8DF13993D63}" type="parTrans" cxnId="{11FDFB97-5C02-4E7E-B2A9-D6D563BA1FC6}">
      <dgm:prSet/>
      <dgm:spPr/>
      <dgm:t>
        <a:bodyPr/>
        <a:lstStyle/>
        <a:p>
          <a:endParaRPr lang="en-US"/>
        </a:p>
      </dgm:t>
    </dgm:pt>
    <dgm:pt modelId="{BB00D632-E5D7-415C-9DAA-1B6618FD050A}" type="sibTrans" cxnId="{11FDFB97-5C02-4E7E-B2A9-D6D563BA1FC6}">
      <dgm:prSet/>
      <dgm:spPr/>
      <dgm:t>
        <a:bodyPr/>
        <a:lstStyle/>
        <a:p>
          <a:endParaRPr lang="en-US"/>
        </a:p>
      </dgm:t>
    </dgm:pt>
    <dgm:pt modelId="{E5452EF4-37C8-4027-A90A-5DB13A1DB3E3}" type="pres">
      <dgm:prSet presAssocID="{BB3D5A6B-FD96-4E04-952E-EC584C70DEC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2CC7B5-E8FA-4DFD-B52A-E59F5A68EE8D}" type="pres">
      <dgm:prSet presAssocID="{3313C5B5-2817-4D3A-BE75-5FD4E65AC817}" presName="hierRoot1" presStyleCnt="0">
        <dgm:presLayoutVars>
          <dgm:hierBranch val="init"/>
        </dgm:presLayoutVars>
      </dgm:prSet>
      <dgm:spPr/>
    </dgm:pt>
    <dgm:pt modelId="{8A75B5B4-37A1-44AF-B63D-457CC29FD692}" type="pres">
      <dgm:prSet presAssocID="{3313C5B5-2817-4D3A-BE75-5FD4E65AC817}" presName="rootComposite1" presStyleCnt="0"/>
      <dgm:spPr/>
    </dgm:pt>
    <dgm:pt modelId="{66AAF91A-8967-4558-A40C-74F4489D7BE6}" type="pres">
      <dgm:prSet presAssocID="{3313C5B5-2817-4D3A-BE75-5FD4E65AC817}" presName="rootText1" presStyleLbl="node0" presStyleIdx="0" presStyleCnt="3">
        <dgm:presLayoutVars>
          <dgm:chPref val="3"/>
        </dgm:presLayoutVars>
      </dgm:prSet>
      <dgm:spPr/>
    </dgm:pt>
    <dgm:pt modelId="{FE8B0ABD-2A91-43DE-AF36-22D917AC0C25}" type="pres">
      <dgm:prSet presAssocID="{3313C5B5-2817-4D3A-BE75-5FD4E65AC817}" presName="rootConnector1" presStyleLbl="node1" presStyleIdx="0" presStyleCnt="0"/>
      <dgm:spPr/>
    </dgm:pt>
    <dgm:pt modelId="{2D88A895-D3D4-4491-AF88-575977082731}" type="pres">
      <dgm:prSet presAssocID="{3313C5B5-2817-4D3A-BE75-5FD4E65AC817}" presName="hierChild2" presStyleCnt="0"/>
      <dgm:spPr/>
    </dgm:pt>
    <dgm:pt modelId="{C2408820-72B0-49DB-83BC-5EA27344E6AC}" type="pres">
      <dgm:prSet presAssocID="{3313C5B5-2817-4D3A-BE75-5FD4E65AC817}" presName="hierChild3" presStyleCnt="0"/>
      <dgm:spPr/>
    </dgm:pt>
    <dgm:pt modelId="{2ECA7AD0-6A0E-4E26-8045-98A930CF5DB7}" type="pres">
      <dgm:prSet presAssocID="{A95C2074-D4AD-438D-AACD-BD2A273AD7C6}" presName="hierRoot1" presStyleCnt="0">
        <dgm:presLayoutVars>
          <dgm:hierBranch val="init"/>
        </dgm:presLayoutVars>
      </dgm:prSet>
      <dgm:spPr/>
    </dgm:pt>
    <dgm:pt modelId="{2AE52CA7-42CB-4855-8076-6DFF07D710F4}" type="pres">
      <dgm:prSet presAssocID="{A95C2074-D4AD-438D-AACD-BD2A273AD7C6}" presName="rootComposite1" presStyleCnt="0"/>
      <dgm:spPr/>
    </dgm:pt>
    <dgm:pt modelId="{71EEBA2B-D4B2-463D-8A36-82B890CDB92B}" type="pres">
      <dgm:prSet presAssocID="{A95C2074-D4AD-438D-AACD-BD2A273AD7C6}" presName="rootText1" presStyleLbl="node0" presStyleIdx="1" presStyleCnt="3">
        <dgm:presLayoutVars>
          <dgm:chPref val="3"/>
        </dgm:presLayoutVars>
      </dgm:prSet>
      <dgm:spPr/>
    </dgm:pt>
    <dgm:pt modelId="{494C33AF-10F6-4B1B-BD75-CF6FE037D060}" type="pres">
      <dgm:prSet presAssocID="{A95C2074-D4AD-438D-AACD-BD2A273AD7C6}" presName="rootConnector1" presStyleLbl="node1" presStyleIdx="0" presStyleCnt="0"/>
      <dgm:spPr/>
    </dgm:pt>
    <dgm:pt modelId="{DFBE591D-3AD1-4504-801B-B698E23AA9CA}" type="pres">
      <dgm:prSet presAssocID="{A95C2074-D4AD-438D-AACD-BD2A273AD7C6}" presName="hierChild2" presStyleCnt="0"/>
      <dgm:spPr/>
    </dgm:pt>
    <dgm:pt modelId="{AFCAD093-CDB7-40DC-B745-1DA343F99EAB}" type="pres">
      <dgm:prSet presAssocID="{A95C2074-D4AD-438D-AACD-BD2A273AD7C6}" presName="hierChild3" presStyleCnt="0"/>
      <dgm:spPr/>
    </dgm:pt>
    <dgm:pt modelId="{3BB806ED-F3DC-41CE-9518-7AC6BE439CBA}" type="pres">
      <dgm:prSet presAssocID="{875CE87E-60BA-4AF1-874D-5634FF9D530A}" presName="hierRoot1" presStyleCnt="0">
        <dgm:presLayoutVars>
          <dgm:hierBranch val="init"/>
        </dgm:presLayoutVars>
      </dgm:prSet>
      <dgm:spPr/>
    </dgm:pt>
    <dgm:pt modelId="{1E1C6488-C51C-4350-83A2-A9A5E274CE7A}" type="pres">
      <dgm:prSet presAssocID="{875CE87E-60BA-4AF1-874D-5634FF9D530A}" presName="rootComposite1" presStyleCnt="0"/>
      <dgm:spPr/>
    </dgm:pt>
    <dgm:pt modelId="{A6860E97-E623-4D7F-9138-781FA2ACA808}" type="pres">
      <dgm:prSet presAssocID="{875CE87E-60BA-4AF1-874D-5634FF9D530A}" presName="rootText1" presStyleLbl="node0" presStyleIdx="2" presStyleCnt="3">
        <dgm:presLayoutVars>
          <dgm:chPref val="3"/>
        </dgm:presLayoutVars>
      </dgm:prSet>
      <dgm:spPr/>
    </dgm:pt>
    <dgm:pt modelId="{74208B76-60A5-40D8-A262-F6E02D30559F}" type="pres">
      <dgm:prSet presAssocID="{875CE87E-60BA-4AF1-874D-5634FF9D530A}" presName="rootConnector1" presStyleLbl="node1" presStyleIdx="0" presStyleCnt="0"/>
      <dgm:spPr/>
    </dgm:pt>
    <dgm:pt modelId="{BBB99550-3A40-4141-A83E-9A431EF9CBDE}" type="pres">
      <dgm:prSet presAssocID="{875CE87E-60BA-4AF1-874D-5634FF9D530A}" presName="hierChild2" presStyleCnt="0"/>
      <dgm:spPr/>
    </dgm:pt>
    <dgm:pt modelId="{4BC9B298-0FA1-4552-A7C1-C7AE701EE811}" type="pres">
      <dgm:prSet presAssocID="{68D338B7-8985-4AF1-96EA-0276D2435764}" presName="Name64" presStyleLbl="parChTrans1D2" presStyleIdx="0" presStyleCnt="3"/>
      <dgm:spPr/>
    </dgm:pt>
    <dgm:pt modelId="{D8073891-54B9-4B66-B1D1-9664E9CFA815}" type="pres">
      <dgm:prSet presAssocID="{6B204BAD-B4FA-4B40-AE84-5E291695957C}" presName="hierRoot2" presStyleCnt="0">
        <dgm:presLayoutVars>
          <dgm:hierBranch val="init"/>
        </dgm:presLayoutVars>
      </dgm:prSet>
      <dgm:spPr/>
    </dgm:pt>
    <dgm:pt modelId="{C924FFF5-B12D-430E-9591-B26224883AEE}" type="pres">
      <dgm:prSet presAssocID="{6B204BAD-B4FA-4B40-AE84-5E291695957C}" presName="rootComposite" presStyleCnt="0"/>
      <dgm:spPr/>
    </dgm:pt>
    <dgm:pt modelId="{BAC504F5-5D88-464C-9B22-E6CE85AA427D}" type="pres">
      <dgm:prSet presAssocID="{6B204BAD-B4FA-4B40-AE84-5E291695957C}" presName="rootText" presStyleLbl="node2" presStyleIdx="0" presStyleCnt="3">
        <dgm:presLayoutVars>
          <dgm:chPref val="3"/>
        </dgm:presLayoutVars>
      </dgm:prSet>
      <dgm:spPr/>
    </dgm:pt>
    <dgm:pt modelId="{B9402D2E-B685-46EB-AD2D-D03A8317274B}" type="pres">
      <dgm:prSet presAssocID="{6B204BAD-B4FA-4B40-AE84-5E291695957C}" presName="rootConnector" presStyleLbl="node2" presStyleIdx="0" presStyleCnt="3"/>
      <dgm:spPr/>
    </dgm:pt>
    <dgm:pt modelId="{3B8764F0-4729-4875-80A4-2A250DDD8A97}" type="pres">
      <dgm:prSet presAssocID="{6B204BAD-B4FA-4B40-AE84-5E291695957C}" presName="hierChild4" presStyleCnt="0"/>
      <dgm:spPr/>
    </dgm:pt>
    <dgm:pt modelId="{5CDEB89E-0D8F-4498-9593-257F71544164}" type="pres">
      <dgm:prSet presAssocID="{6B204BAD-B4FA-4B40-AE84-5E291695957C}" presName="hierChild5" presStyleCnt="0"/>
      <dgm:spPr/>
    </dgm:pt>
    <dgm:pt modelId="{0FD5ACE1-2FB7-4FEB-B2B0-E9B61EA70D5F}" type="pres">
      <dgm:prSet presAssocID="{F9FAD475-E5E7-4D3A-84BC-E7DDC2C4291E}" presName="Name64" presStyleLbl="parChTrans1D2" presStyleIdx="1" presStyleCnt="3"/>
      <dgm:spPr/>
    </dgm:pt>
    <dgm:pt modelId="{D7DAE08F-B292-4A01-9806-FB12BF8B8C85}" type="pres">
      <dgm:prSet presAssocID="{30A66E88-3020-46F2-9D64-6D4492FD693A}" presName="hierRoot2" presStyleCnt="0">
        <dgm:presLayoutVars>
          <dgm:hierBranch val="init"/>
        </dgm:presLayoutVars>
      </dgm:prSet>
      <dgm:spPr/>
    </dgm:pt>
    <dgm:pt modelId="{C87BEC1F-7C7B-44A9-B4F2-F2D0604B19CF}" type="pres">
      <dgm:prSet presAssocID="{30A66E88-3020-46F2-9D64-6D4492FD693A}" presName="rootComposite" presStyleCnt="0"/>
      <dgm:spPr/>
    </dgm:pt>
    <dgm:pt modelId="{CD4C18DC-9DAE-4249-8338-CF38D8A18EFF}" type="pres">
      <dgm:prSet presAssocID="{30A66E88-3020-46F2-9D64-6D4492FD693A}" presName="rootText" presStyleLbl="node2" presStyleIdx="1" presStyleCnt="3">
        <dgm:presLayoutVars>
          <dgm:chPref val="3"/>
        </dgm:presLayoutVars>
      </dgm:prSet>
      <dgm:spPr/>
    </dgm:pt>
    <dgm:pt modelId="{7F5D2D7B-E297-4EDB-89FA-6689E4E7AA52}" type="pres">
      <dgm:prSet presAssocID="{30A66E88-3020-46F2-9D64-6D4492FD693A}" presName="rootConnector" presStyleLbl="node2" presStyleIdx="1" presStyleCnt="3"/>
      <dgm:spPr/>
    </dgm:pt>
    <dgm:pt modelId="{B074E652-9CA8-4B96-9E13-A8A6ADB6AA2E}" type="pres">
      <dgm:prSet presAssocID="{30A66E88-3020-46F2-9D64-6D4492FD693A}" presName="hierChild4" presStyleCnt="0"/>
      <dgm:spPr/>
    </dgm:pt>
    <dgm:pt modelId="{052D2D64-3561-4253-8DE3-F9C952F32E0C}" type="pres">
      <dgm:prSet presAssocID="{30A66E88-3020-46F2-9D64-6D4492FD693A}" presName="hierChild5" presStyleCnt="0"/>
      <dgm:spPr/>
    </dgm:pt>
    <dgm:pt modelId="{EB6FB9F3-6620-44EF-9BE5-825C84AEA650}" type="pres">
      <dgm:prSet presAssocID="{FFF68C73-E60B-46F3-A143-C8DF13993D63}" presName="Name64" presStyleLbl="parChTrans1D2" presStyleIdx="2" presStyleCnt="3"/>
      <dgm:spPr/>
    </dgm:pt>
    <dgm:pt modelId="{A28E43A1-2B07-44E9-B5F6-0AC2E22C4D87}" type="pres">
      <dgm:prSet presAssocID="{5F99EFB6-5DF7-4C6D-98FD-332CD238648A}" presName="hierRoot2" presStyleCnt="0">
        <dgm:presLayoutVars>
          <dgm:hierBranch val="init"/>
        </dgm:presLayoutVars>
      </dgm:prSet>
      <dgm:spPr/>
    </dgm:pt>
    <dgm:pt modelId="{CEB2977D-C882-4930-A1BD-E2E3C40A5281}" type="pres">
      <dgm:prSet presAssocID="{5F99EFB6-5DF7-4C6D-98FD-332CD238648A}" presName="rootComposite" presStyleCnt="0"/>
      <dgm:spPr/>
    </dgm:pt>
    <dgm:pt modelId="{338E91E6-B8AC-432F-9EB3-0DBE0AE7AE15}" type="pres">
      <dgm:prSet presAssocID="{5F99EFB6-5DF7-4C6D-98FD-332CD238648A}" presName="rootText" presStyleLbl="node2" presStyleIdx="2" presStyleCnt="3">
        <dgm:presLayoutVars>
          <dgm:chPref val="3"/>
        </dgm:presLayoutVars>
      </dgm:prSet>
      <dgm:spPr/>
    </dgm:pt>
    <dgm:pt modelId="{7DEF9DE9-837E-412B-9E8F-7563142FE889}" type="pres">
      <dgm:prSet presAssocID="{5F99EFB6-5DF7-4C6D-98FD-332CD238648A}" presName="rootConnector" presStyleLbl="node2" presStyleIdx="2" presStyleCnt="3"/>
      <dgm:spPr/>
    </dgm:pt>
    <dgm:pt modelId="{F69D3F8D-92DB-4D87-B270-E20FCCE05462}" type="pres">
      <dgm:prSet presAssocID="{5F99EFB6-5DF7-4C6D-98FD-332CD238648A}" presName="hierChild4" presStyleCnt="0"/>
      <dgm:spPr/>
    </dgm:pt>
    <dgm:pt modelId="{1351E144-F706-4544-A4B7-5AC6DA555F91}" type="pres">
      <dgm:prSet presAssocID="{5F99EFB6-5DF7-4C6D-98FD-332CD238648A}" presName="hierChild5" presStyleCnt="0"/>
      <dgm:spPr/>
    </dgm:pt>
    <dgm:pt modelId="{D6FF5155-0E17-44F0-B377-BBA77159415E}" type="pres">
      <dgm:prSet presAssocID="{875CE87E-60BA-4AF1-874D-5634FF9D530A}" presName="hierChild3" presStyleCnt="0"/>
      <dgm:spPr/>
    </dgm:pt>
  </dgm:ptLst>
  <dgm:cxnLst>
    <dgm:cxn modelId="{60D6D401-F09D-44A6-9AA5-7E901B130C5A}" srcId="{BB3D5A6B-FD96-4E04-952E-EC584C70DEC3}" destId="{A95C2074-D4AD-438D-AACD-BD2A273AD7C6}" srcOrd="1" destOrd="0" parTransId="{EA347FF3-E586-4156-9E20-22E911A8BDCD}" sibTransId="{682C8B28-FD39-4BC0-834D-4228670E13A2}"/>
    <dgm:cxn modelId="{7C3F7804-C182-415B-A757-22CFEB48DF30}" type="presOf" srcId="{5F99EFB6-5DF7-4C6D-98FD-332CD238648A}" destId="{338E91E6-B8AC-432F-9EB3-0DBE0AE7AE15}" srcOrd="0" destOrd="0" presId="urn:microsoft.com/office/officeart/2009/3/layout/HorizontalOrganizationChart"/>
    <dgm:cxn modelId="{2AF0FC21-94FF-4426-B94D-44CF18D4DCF9}" type="presOf" srcId="{A95C2074-D4AD-438D-AACD-BD2A273AD7C6}" destId="{71EEBA2B-D4B2-463D-8A36-82B890CDB92B}" srcOrd="0" destOrd="0" presId="urn:microsoft.com/office/officeart/2009/3/layout/HorizontalOrganizationChart"/>
    <dgm:cxn modelId="{443AD227-AB75-4B75-BBC4-67FA472701DE}" type="presOf" srcId="{875CE87E-60BA-4AF1-874D-5634FF9D530A}" destId="{A6860E97-E623-4D7F-9138-781FA2ACA808}" srcOrd="0" destOrd="0" presId="urn:microsoft.com/office/officeart/2009/3/layout/HorizontalOrganizationChart"/>
    <dgm:cxn modelId="{4B442D2D-7559-4855-AB45-7531AFE6714E}" type="presOf" srcId="{3313C5B5-2817-4D3A-BE75-5FD4E65AC817}" destId="{66AAF91A-8967-4558-A40C-74F4489D7BE6}" srcOrd="0" destOrd="0" presId="urn:microsoft.com/office/officeart/2009/3/layout/HorizontalOrganizationChart"/>
    <dgm:cxn modelId="{F914CE2D-3EF4-4606-BF64-CB6BD92032F5}" type="presOf" srcId="{5F99EFB6-5DF7-4C6D-98FD-332CD238648A}" destId="{7DEF9DE9-837E-412B-9E8F-7563142FE889}" srcOrd="1" destOrd="0" presId="urn:microsoft.com/office/officeart/2009/3/layout/HorizontalOrganizationChart"/>
    <dgm:cxn modelId="{FD58682E-326E-4AD4-AF24-F60AFAC60AA2}" type="presOf" srcId="{FFF68C73-E60B-46F3-A143-C8DF13993D63}" destId="{EB6FB9F3-6620-44EF-9BE5-825C84AEA650}" srcOrd="0" destOrd="0" presId="urn:microsoft.com/office/officeart/2009/3/layout/HorizontalOrganizationChart"/>
    <dgm:cxn modelId="{1F149231-FCE4-4B22-9000-941C4561C2E2}" type="presOf" srcId="{F9FAD475-E5E7-4D3A-84BC-E7DDC2C4291E}" destId="{0FD5ACE1-2FB7-4FEB-B2B0-E9B61EA70D5F}" srcOrd="0" destOrd="0" presId="urn:microsoft.com/office/officeart/2009/3/layout/HorizontalOrganizationChart"/>
    <dgm:cxn modelId="{7C96C038-FDF1-48CD-8942-889B8DCB926E}" type="presOf" srcId="{875CE87E-60BA-4AF1-874D-5634FF9D530A}" destId="{74208B76-60A5-40D8-A262-F6E02D30559F}" srcOrd="1" destOrd="0" presId="urn:microsoft.com/office/officeart/2009/3/layout/HorizontalOrganizationChart"/>
    <dgm:cxn modelId="{4C80B63D-FEC0-479E-A8CD-1850181F9073}" srcId="{875CE87E-60BA-4AF1-874D-5634FF9D530A}" destId="{30A66E88-3020-46F2-9D64-6D4492FD693A}" srcOrd="1" destOrd="0" parTransId="{F9FAD475-E5E7-4D3A-84BC-E7DDC2C4291E}" sibTransId="{D40DF52E-0DAD-44AD-99EC-112C3F298C3E}"/>
    <dgm:cxn modelId="{F0E95462-5C94-40A0-9595-6E0B2E81F9A1}" type="presOf" srcId="{68D338B7-8985-4AF1-96EA-0276D2435764}" destId="{4BC9B298-0FA1-4552-A7C1-C7AE701EE811}" srcOrd="0" destOrd="0" presId="urn:microsoft.com/office/officeart/2009/3/layout/HorizontalOrganizationChart"/>
    <dgm:cxn modelId="{AA78384D-9E8A-4B34-A89E-A96A453F1D7D}" type="presOf" srcId="{6B204BAD-B4FA-4B40-AE84-5E291695957C}" destId="{BAC504F5-5D88-464C-9B22-E6CE85AA427D}" srcOrd="0" destOrd="0" presId="urn:microsoft.com/office/officeart/2009/3/layout/HorizontalOrganizationChart"/>
    <dgm:cxn modelId="{34AD5A4F-B60B-4E63-A659-EB00B057E3FE}" srcId="{BB3D5A6B-FD96-4E04-952E-EC584C70DEC3}" destId="{3313C5B5-2817-4D3A-BE75-5FD4E65AC817}" srcOrd="0" destOrd="0" parTransId="{D074ABA4-A827-415F-8AEF-32F4C4FA9AC3}" sibTransId="{FAE9208C-7B42-4444-80E0-7EA2E7A0BA30}"/>
    <dgm:cxn modelId="{4DEE1459-00A0-4539-A0AD-A4450BBBBA72}" type="presOf" srcId="{3313C5B5-2817-4D3A-BE75-5FD4E65AC817}" destId="{FE8B0ABD-2A91-43DE-AF36-22D917AC0C25}" srcOrd="1" destOrd="0" presId="urn:microsoft.com/office/officeart/2009/3/layout/HorizontalOrganizationChart"/>
    <dgm:cxn modelId="{A5C0EE8F-B4F8-49EE-A22C-7879E2D127DE}" srcId="{875CE87E-60BA-4AF1-874D-5634FF9D530A}" destId="{6B204BAD-B4FA-4B40-AE84-5E291695957C}" srcOrd="0" destOrd="0" parTransId="{68D338B7-8985-4AF1-96EA-0276D2435764}" sibTransId="{C4826646-6EEE-4211-827B-42C9DF836349}"/>
    <dgm:cxn modelId="{11FDFB97-5C02-4E7E-B2A9-D6D563BA1FC6}" srcId="{875CE87E-60BA-4AF1-874D-5634FF9D530A}" destId="{5F99EFB6-5DF7-4C6D-98FD-332CD238648A}" srcOrd="2" destOrd="0" parTransId="{FFF68C73-E60B-46F3-A143-C8DF13993D63}" sibTransId="{BB00D632-E5D7-415C-9DAA-1B6618FD050A}"/>
    <dgm:cxn modelId="{1B8B36AF-C4B5-4615-843E-249D80A4C4EF}" type="presOf" srcId="{BB3D5A6B-FD96-4E04-952E-EC584C70DEC3}" destId="{E5452EF4-37C8-4027-A90A-5DB13A1DB3E3}" srcOrd="0" destOrd="0" presId="urn:microsoft.com/office/officeart/2009/3/layout/HorizontalOrganizationChart"/>
    <dgm:cxn modelId="{A4D7B2B7-B0C5-416C-BAF0-4BA26C861EC9}" type="presOf" srcId="{30A66E88-3020-46F2-9D64-6D4492FD693A}" destId="{CD4C18DC-9DAE-4249-8338-CF38D8A18EFF}" srcOrd="0" destOrd="0" presId="urn:microsoft.com/office/officeart/2009/3/layout/HorizontalOrganizationChart"/>
    <dgm:cxn modelId="{9667E9D0-107D-461E-A730-540FE93E2F71}" type="presOf" srcId="{30A66E88-3020-46F2-9D64-6D4492FD693A}" destId="{7F5D2D7B-E297-4EDB-89FA-6689E4E7AA52}" srcOrd="1" destOrd="0" presId="urn:microsoft.com/office/officeart/2009/3/layout/HorizontalOrganizationChart"/>
    <dgm:cxn modelId="{7C61B7D7-D0E4-40FB-B586-9073B320935B}" type="presOf" srcId="{6B204BAD-B4FA-4B40-AE84-5E291695957C}" destId="{B9402D2E-B685-46EB-AD2D-D03A8317274B}" srcOrd="1" destOrd="0" presId="urn:microsoft.com/office/officeart/2009/3/layout/HorizontalOrganizationChart"/>
    <dgm:cxn modelId="{297DC4E1-01D0-40BA-A40B-11029BC643AF}" srcId="{BB3D5A6B-FD96-4E04-952E-EC584C70DEC3}" destId="{875CE87E-60BA-4AF1-874D-5634FF9D530A}" srcOrd="2" destOrd="0" parTransId="{7DAFA866-F748-4791-9DF5-9BAAC68465CA}" sibTransId="{80910A9A-D040-4679-94BD-5657871ED03E}"/>
    <dgm:cxn modelId="{B47E1BF6-CA46-45E3-B91B-080FD5AB3EA1}" type="presOf" srcId="{A95C2074-D4AD-438D-AACD-BD2A273AD7C6}" destId="{494C33AF-10F6-4B1B-BD75-CF6FE037D060}" srcOrd="1" destOrd="0" presId="urn:microsoft.com/office/officeart/2009/3/layout/HorizontalOrganizationChart"/>
    <dgm:cxn modelId="{95EAEBF7-95AA-4306-96BC-01A056E333CC}" type="presParOf" srcId="{E5452EF4-37C8-4027-A90A-5DB13A1DB3E3}" destId="{6B2CC7B5-E8FA-4DFD-B52A-E59F5A68EE8D}" srcOrd="0" destOrd="0" presId="urn:microsoft.com/office/officeart/2009/3/layout/HorizontalOrganizationChart"/>
    <dgm:cxn modelId="{03DFAC0A-550A-44D8-A1CA-507697A40032}" type="presParOf" srcId="{6B2CC7B5-E8FA-4DFD-B52A-E59F5A68EE8D}" destId="{8A75B5B4-37A1-44AF-B63D-457CC29FD692}" srcOrd="0" destOrd="0" presId="urn:microsoft.com/office/officeart/2009/3/layout/HorizontalOrganizationChart"/>
    <dgm:cxn modelId="{DFFC0C68-6BAF-49AE-8365-8006101E60A7}" type="presParOf" srcId="{8A75B5B4-37A1-44AF-B63D-457CC29FD692}" destId="{66AAF91A-8967-4558-A40C-74F4489D7BE6}" srcOrd="0" destOrd="0" presId="urn:microsoft.com/office/officeart/2009/3/layout/HorizontalOrganizationChart"/>
    <dgm:cxn modelId="{04412E2B-EC42-4769-8AF9-F5B9AC24D2A7}" type="presParOf" srcId="{8A75B5B4-37A1-44AF-B63D-457CC29FD692}" destId="{FE8B0ABD-2A91-43DE-AF36-22D917AC0C25}" srcOrd="1" destOrd="0" presId="urn:microsoft.com/office/officeart/2009/3/layout/HorizontalOrganizationChart"/>
    <dgm:cxn modelId="{395E1BC4-1003-4353-B27C-2BE42D6876C0}" type="presParOf" srcId="{6B2CC7B5-E8FA-4DFD-B52A-E59F5A68EE8D}" destId="{2D88A895-D3D4-4491-AF88-575977082731}" srcOrd="1" destOrd="0" presId="urn:microsoft.com/office/officeart/2009/3/layout/HorizontalOrganizationChart"/>
    <dgm:cxn modelId="{CBF15218-99F4-4ABA-94FF-FA778A07652F}" type="presParOf" srcId="{6B2CC7B5-E8FA-4DFD-B52A-E59F5A68EE8D}" destId="{C2408820-72B0-49DB-83BC-5EA27344E6AC}" srcOrd="2" destOrd="0" presId="urn:microsoft.com/office/officeart/2009/3/layout/HorizontalOrganizationChart"/>
    <dgm:cxn modelId="{DC51772B-0CE5-4ADE-B870-CD553A96A0E4}" type="presParOf" srcId="{E5452EF4-37C8-4027-A90A-5DB13A1DB3E3}" destId="{2ECA7AD0-6A0E-4E26-8045-98A930CF5DB7}" srcOrd="1" destOrd="0" presId="urn:microsoft.com/office/officeart/2009/3/layout/HorizontalOrganizationChart"/>
    <dgm:cxn modelId="{C0C67DCD-31E9-471F-86AC-6A21698B2119}" type="presParOf" srcId="{2ECA7AD0-6A0E-4E26-8045-98A930CF5DB7}" destId="{2AE52CA7-42CB-4855-8076-6DFF07D710F4}" srcOrd="0" destOrd="0" presId="urn:microsoft.com/office/officeart/2009/3/layout/HorizontalOrganizationChart"/>
    <dgm:cxn modelId="{BC5A1279-BF8B-47B6-AB4E-8E09B71E750C}" type="presParOf" srcId="{2AE52CA7-42CB-4855-8076-6DFF07D710F4}" destId="{71EEBA2B-D4B2-463D-8A36-82B890CDB92B}" srcOrd="0" destOrd="0" presId="urn:microsoft.com/office/officeart/2009/3/layout/HorizontalOrganizationChart"/>
    <dgm:cxn modelId="{212D398B-A3D4-43FE-B92F-08A0301AB1AA}" type="presParOf" srcId="{2AE52CA7-42CB-4855-8076-6DFF07D710F4}" destId="{494C33AF-10F6-4B1B-BD75-CF6FE037D060}" srcOrd="1" destOrd="0" presId="urn:microsoft.com/office/officeart/2009/3/layout/HorizontalOrganizationChart"/>
    <dgm:cxn modelId="{1EEF9B95-F9D2-4B57-9E9A-1E9B186E75CD}" type="presParOf" srcId="{2ECA7AD0-6A0E-4E26-8045-98A930CF5DB7}" destId="{DFBE591D-3AD1-4504-801B-B698E23AA9CA}" srcOrd="1" destOrd="0" presId="urn:microsoft.com/office/officeart/2009/3/layout/HorizontalOrganizationChart"/>
    <dgm:cxn modelId="{F108663A-EAA9-4371-BED3-614DC17D76F1}" type="presParOf" srcId="{2ECA7AD0-6A0E-4E26-8045-98A930CF5DB7}" destId="{AFCAD093-CDB7-40DC-B745-1DA343F99EAB}" srcOrd="2" destOrd="0" presId="urn:microsoft.com/office/officeart/2009/3/layout/HorizontalOrganizationChart"/>
    <dgm:cxn modelId="{B8CCC154-30FC-4348-AFF7-BE9535717AB8}" type="presParOf" srcId="{E5452EF4-37C8-4027-A90A-5DB13A1DB3E3}" destId="{3BB806ED-F3DC-41CE-9518-7AC6BE439CBA}" srcOrd="2" destOrd="0" presId="urn:microsoft.com/office/officeart/2009/3/layout/HorizontalOrganizationChart"/>
    <dgm:cxn modelId="{64C18F5E-9A8F-4CFC-AB98-C74A2ED2FA6C}" type="presParOf" srcId="{3BB806ED-F3DC-41CE-9518-7AC6BE439CBA}" destId="{1E1C6488-C51C-4350-83A2-A9A5E274CE7A}" srcOrd="0" destOrd="0" presId="urn:microsoft.com/office/officeart/2009/3/layout/HorizontalOrganizationChart"/>
    <dgm:cxn modelId="{8C722B35-DF61-45A7-9844-0FDE7417C614}" type="presParOf" srcId="{1E1C6488-C51C-4350-83A2-A9A5E274CE7A}" destId="{A6860E97-E623-4D7F-9138-781FA2ACA808}" srcOrd="0" destOrd="0" presId="urn:microsoft.com/office/officeart/2009/3/layout/HorizontalOrganizationChart"/>
    <dgm:cxn modelId="{4D1CB3C0-8BB2-47BE-A002-ADD47A073D0B}" type="presParOf" srcId="{1E1C6488-C51C-4350-83A2-A9A5E274CE7A}" destId="{74208B76-60A5-40D8-A262-F6E02D30559F}" srcOrd="1" destOrd="0" presId="urn:microsoft.com/office/officeart/2009/3/layout/HorizontalOrganizationChart"/>
    <dgm:cxn modelId="{BDEBADDC-7374-4CC2-BCAF-486CDC151526}" type="presParOf" srcId="{3BB806ED-F3DC-41CE-9518-7AC6BE439CBA}" destId="{BBB99550-3A40-4141-A83E-9A431EF9CBDE}" srcOrd="1" destOrd="0" presId="urn:microsoft.com/office/officeart/2009/3/layout/HorizontalOrganizationChart"/>
    <dgm:cxn modelId="{565EC1C8-CE99-41C0-A143-6A964F4F8EC0}" type="presParOf" srcId="{BBB99550-3A40-4141-A83E-9A431EF9CBDE}" destId="{4BC9B298-0FA1-4552-A7C1-C7AE701EE811}" srcOrd="0" destOrd="0" presId="urn:microsoft.com/office/officeart/2009/3/layout/HorizontalOrganizationChart"/>
    <dgm:cxn modelId="{FE8BE3AB-D3A0-4D0C-8183-873E3022BC37}" type="presParOf" srcId="{BBB99550-3A40-4141-A83E-9A431EF9CBDE}" destId="{D8073891-54B9-4B66-B1D1-9664E9CFA815}" srcOrd="1" destOrd="0" presId="urn:microsoft.com/office/officeart/2009/3/layout/HorizontalOrganizationChart"/>
    <dgm:cxn modelId="{91C3EC20-AB00-4017-A926-9AA4D80251E9}" type="presParOf" srcId="{D8073891-54B9-4B66-B1D1-9664E9CFA815}" destId="{C924FFF5-B12D-430E-9591-B26224883AEE}" srcOrd="0" destOrd="0" presId="urn:microsoft.com/office/officeart/2009/3/layout/HorizontalOrganizationChart"/>
    <dgm:cxn modelId="{845CEA16-226E-4E1B-8F03-76BF0A9ED7F0}" type="presParOf" srcId="{C924FFF5-B12D-430E-9591-B26224883AEE}" destId="{BAC504F5-5D88-464C-9B22-E6CE85AA427D}" srcOrd="0" destOrd="0" presId="urn:microsoft.com/office/officeart/2009/3/layout/HorizontalOrganizationChart"/>
    <dgm:cxn modelId="{2E7EB7E9-287D-4B7C-9E30-62BF897221EC}" type="presParOf" srcId="{C924FFF5-B12D-430E-9591-B26224883AEE}" destId="{B9402D2E-B685-46EB-AD2D-D03A8317274B}" srcOrd="1" destOrd="0" presId="urn:microsoft.com/office/officeart/2009/3/layout/HorizontalOrganizationChart"/>
    <dgm:cxn modelId="{FE3D96CD-53F2-4A03-AF49-1272DD4070FD}" type="presParOf" srcId="{D8073891-54B9-4B66-B1D1-9664E9CFA815}" destId="{3B8764F0-4729-4875-80A4-2A250DDD8A97}" srcOrd="1" destOrd="0" presId="urn:microsoft.com/office/officeart/2009/3/layout/HorizontalOrganizationChart"/>
    <dgm:cxn modelId="{379B1940-E606-4F0E-AD22-C39924F6EF83}" type="presParOf" srcId="{D8073891-54B9-4B66-B1D1-9664E9CFA815}" destId="{5CDEB89E-0D8F-4498-9593-257F71544164}" srcOrd="2" destOrd="0" presId="urn:microsoft.com/office/officeart/2009/3/layout/HorizontalOrganizationChart"/>
    <dgm:cxn modelId="{65712209-8D67-42EA-9423-151878BB4DD8}" type="presParOf" srcId="{BBB99550-3A40-4141-A83E-9A431EF9CBDE}" destId="{0FD5ACE1-2FB7-4FEB-B2B0-E9B61EA70D5F}" srcOrd="2" destOrd="0" presId="urn:microsoft.com/office/officeart/2009/3/layout/HorizontalOrganizationChart"/>
    <dgm:cxn modelId="{3CB263A6-1C16-4F46-B9FD-D5B1D92817C7}" type="presParOf" srcId="{BBB99550-3A40-4141-A83E-9A431EF9CBDE}" destId="{D7DAE08F-B292-4A01-9806-FB12BF8B8C85}" srcOrd="3" destOrd="0" presId="urn:microsoft.com/office/officeart/2009/3/layout/HorizontalOrganizationChart"/>
    <dgm:cxn modelId="{13D4E88B-E7C6-41CD-9142-89BE0ED0B809}" type="presParOf" srcId="{D7DAE08F-B292-4A01-9806-FB12BF8B8C85}" destId="{C87BEC1F-7C7B-44A9-B4F2-F2D0604B19CF}" srcOrd="0" destOrd="0" presId="urn:microsoft.com/office/officeart/2009/3/layout/HorizontalOrganizationChart"/>
    <dgm:cxn modelId="{1B02502B-5A72-476A-8CEF-F7FA85297851}" type="presParOf" srcId="{C87BEC1F-7C7B-44A9-B4F2-F2D0604B19CF}" destId="{CD4C18DC-9DAE-4249-8338-CF38D8A18EFF}" srcOrd="0" destOrd="0" presId="urn:microsoft.com/office/officeart/2009/3/layout/HorizontalOrganizationChart"/>
    <dgm:cxn modelId="{42A869D2-3EB1-4851-8BFD-A2830DCF3C2D}" type="presParOf" srcId="{C87BEC1F-7C7B-44A9-B4F2-F2D0604B19CF}" destId="{7F5D2D7B-E297-4EDB-89FA-6689E4E7AA52}" srcOrd="1" destOrd="0" presId="urn:microsoft.com/office/officeart/2009/3/layout/HorizontalOrganizationChart"/>
    <dgm:cxn modelId="{D230EBF0-54E6-422A-8045-230B940E0FB1}" type="presParOf" srcId="{D7DAE08F-B292-4A01-9806-FB12BF8B8C85}" destId="{B074E652-9CA8-4B96-9E13-A8A6ADB6AA2E}" srcOrd="1" destOrd="0" presId="urn:microsoft.com/office/officeart/2009/3/layout/HorizontalOrganizationChart"/>
    <dgm:cxn modelId="{6A1B0292-3C03-45B8-ABE1-512F568737B9}" type="presParOf" srcId="{D7DAE08F-B292-4A01-9806-FB12BF8B8C85}" destId="{052D2D64-3561-4253-8DE3-F9C952F32E0C}" srcOrd="2" destOrd="0" presId="urn:microsoft.com/office/officeart/2009/3/layout/HorizontalOrganizationChart"/>
    <dgm:cxn modelId="{1F7B40E7-5D3D-47E1-A151-7037F36617A0}" type="presParOf" srcId="{BBB99550-3A40-4141-A83E-9A431EF9CBDE}" destId="{EB6FB9F3-6620-44EF-9BE5-825C84AEA650}" srcOrd="4" destOrd="0" presId="urn:microsoft.com/office/officeart/2009/3/layout/HorizontalOrganizationChart"/>
    <dgm:cxn modelId="{B0BFBACF-8D33-4423-BB34-F79A73FA34E1}" type="presParOf" srcId="{BBB99550-3A40-4141-A83E-9A431EF9CBDE}" destId="{A28E43A1-2B07-44E9-B5F6-0AC2E22C4D87}" srcOrd="5" destOrd="0" presId="urn:microsoft.com/office/officeart/2009/3/layout/HorizontalOrganizationChart"/>
    <dgm:cxn modelId="{437EEF94-FD86-4E39-80CC-AED858D2F829}" type="presParOf" srcId="{A28E43A1-2B07-44E9-B5F6-0AC2E22C4D87}" destId="{CEB2977D-C882-4930-A1BD-E2E3C40A5281}" srcOrd="0" destOrd="0" presId="urn:microsoft.com/office/officeart/2009/3/layout/HorizontalOrganizationChart"/>
    <dgm:cxn modelId="{FECD4FCD-F9FD-44E5-8742-56C0EE122B35}" type="presParOf" srcId="{CEB2977D-C882-4930-A1BD-E2E3C40A5281}" destId="{338E91E6-B8AC-432F-9EB3-0DBE0AE7AE15}" srcOrd="0" destOrd="0" presId="urn:microsoft.com/office/officeart/2009/3/layout/HorizontalOrganizationChart"/>
    <dgm:cxn modelId="{E3D1C2FE-3807-40F2-8CE0-D9B787722329}" type="presParOf" srcId="{CEB2977D-C882-4930-A1BD-E2E3C40A5281}" destId="{7DEF9DE9-837E-412B-9E8F-7563142FE889}" srcOrd="1" destOrd="0" presId="urn:microsoft.com/office/officeart/2009/3/layout/HorizontalOrganizationChart"/>
    <dgm:cxn modelId="{71974E88-DB54-4F59-8F58-8D5708CD64EC}" type="presParOf" srcId="{A28E43A1-2B07-44E9-B5F6-0AC2E22C4D87}" destId="{F69D3F8D-92DB-4D87-B270-E20FCCE05462}" srcOrd="1" destOrd="0" presId="urn:microsoft.com/office/officeart/2009/3/layout/HorizontalOrganizationChart"/>
    <dgm:cxn modelId="{AD1A19D9-ED06-4406-8855-BCADE9701858}" type="presParOf" srcId="{A28E43A1-2B07-44E9-B5F6-0AC2E22C4D87}" destId="{1351E144-F706-4544-A4B7-5AC6DA555F91}" srcOrd="2" destOrd="0" presId="urn:microsoft.com/office/officeart/2009/3/layout/HorizontalOrganizationChart"/>
    <dgm:cxn modelId="{F5385005-0D5B-424D-B2FD-B7CD05D5B72C}" type="presParOf" srcId="{3BB806ED-F3DC-41CE-9518-7AC6BE439CBA}" destId="{D6FF5155-0E17-44F0-B377-BBA77159415E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DD20BC-0354-49D0-A451-CE5CE49B428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B06914-8506-4268-A997-596D94B6A419}">
      <dgm:prSet/>
      <dgm:spPr/>
      <dgm:t>
        <a:bodyPr/>
        <a:lstStyle/>
        <a:p>
          <a:r>
            <a:rPr lang="en-DE" b="1" i="0" baseline="0"/>
            <a:t>Grid-System</a:t>
          </a:r>
          <a:r>
            <a:rPr lang="en-DE" b="0" i="0" baseline="0"/>
            <a:t>: Definiert ein responsives Layout basierend auf Zeilen und Spalten.</a:t>
          </a:r>
          <a:endParaRPr lang="en-US"/>
        </a:p>
      </dgm:t>
    </dgm:pt>
    <dgm:pt modelId="{5565B895-4F6C-44EC-87DB-EA641109BDDD}" type="parTrans" cxnId="{6C5BE7C0-0DAF-43B2-AF42-D59A1557AF16}">
      <dgm:prSet/>
      <dgm:spPr/>
      <dgm:t>
        <a:bodyPr/>
        <a:lstStyle/>
        <a:p>
          <a:endParaRPr lang="en-US"/>
        </a:p>
      </dgm:t>
    </dgm:pt>
    <dgm:pt modelId="{1AA9EC16-FF2C-4FA2-B2CA-D49CAF2F3A31}" type="sibTrans" cxnId="{6C5BE7C0-0DAF-43B2-AF42-D59A1557AF16}">
      <dgm:prSet/>
      <dgm:spPr/>
      <dgm:t>
        <a:bodyPr/>
        <a:lstStyle/>
        <a:p>
          <a:endParaRPr lang="en-US"/>
        </a:p>
      </dgm:t>
    </dgm:pt>
    <dgm:pt modelId="{0AD95567-E2B0-4E0F-BC7F-5C84F6F9B4C7}">
      <dgm:prSet/>
      <dgm:spPr/>
      <dgm:t>
        <a:bodyPr/>
        <a:lstStyle/>
        <a:p>
          <a:r>
            <a:rPr lang="en-DE" b="1" i="0" baseline="0"/>
            <a:t>Komponenten</a:t>
          </a:r>
          <a:r>
            <a:rPr lang="en-DE" b="0" i="0" baseline="0"/>
            <a:t>: Vorgefertigte UI-Komponenten wie Buttons, Modale und Karussells.</a:t>
          </a:r>
          <a:endParaRPr lang="en-US"/>
        </a:p>
      </dgm:t>
    </dgm:pt>
    <dgm:pt modelId="{D385539B-25F6-48B8-B919-6FDFD2712A11}" type="parTrans" cxnId="{AB61E68A-04B2-4A85-9115-9C6584AF2C05}">
      <dgm:prSet/>
      <dgm:spPr/>
      <dgm:t>
        <a:bodyPr/>
        <a:lstStyle/>
        <a:p>
          <a:endParaRPr lang="en-US"/>
        </a:p>
      </dgm:t>
    </dgm:pt>
    <dgm:pt modelId="{D1BDB0E2-ED2A-4AEA-8311-341C811A80E3}" type="sibTrans" cxnId="{AB61E68A-04B2-4A85-9115-9C6584AF2C05}">
      <dgm:prSet/>
      <dgm:spPr/>
      <dgm:t>
        <a:bodyPr/>
        <a:lstStyle/>
        <a:p>
          <a:endParaRPr lang="en-US"/>
        </a:p>
      </dgm:t>
    </dgm:pt>
    <dgm:pt modelId="{90A4AC1F-FB8C-446A-93CA-720302A11F92}">
      <dgm:prSet/>
      <dgm:spPr/>
      <dgm:t>
        <a:bodyPr/>
        <a:lstStyle/>
        <a:p>
          <a:r>
            <a:rPr lang="en-DE" b="1" i="0" baseline="0"/>
            <a:t>JavaScript-Plugins</a:t>
          </a:r>
          <a:r>
            <a:rPr lang="en-DE" b="0" i="0" baseline="0"/>
            <a:t>: Interaktive Komponenten (z. B. Dropdowns, Modale).</a:t>
          </a:r>
          <a:endParaRPr lang="en-US"/>
        </a:p>
      </dgm:t>
    </dgm:pt>
    <dgm:pt modelId="{F11BB5FC-525D-44EA-8DD5-AC357FE2531C}" type="parTrans" cxnId="{26084377-96DF-407C-8295-F6FFD5565668}">
      <dgm:prSet/>
      <dgm:spPr/>
      <dgm:t>
        <a:bodyPr/>
        <a:lstStyle/>
        <a:p>
          <a:endParaRPr lang="en-US"/>
        </a:p>
      </dgm:t>
    </dgm:pt>
    <dgm:pt modelId="{95B1A7AC-284D-425F-87DC-55E188BAB9A8}" type="sibTrans" cxnId="{26084377-96DF-407C-8295-F6FFD5565668}">
      <dgm:prSet/>
      <dgm:spPr/>
      <dgm:t>
        <a:bodyPr/>
        <a:lstStyle/>
        <a:p>
          <a:endParaRPr lang="en-US"/>
        </a:p>
      </dgm:t>
    </dgm:pt>
    <dgm:pt modelId="{314F5CD8-E29F-42DA-B765-27003EFBD64C}">
      <dgm:prSet/>
      <dgm:spPr/>
      <dgm:t>
        <a:bodyPr/>
        <a:lstStyle/>
        <a:p>
          <a:r>
            <a:rPr lang="en-DE" b="1" i="0" baseline="0"/>
            <a:t>Anpassung</a:t>
          </a:r>
          <a:r>
            <a:rPr lang="en-DE" b="0" i="0" baseline="0"/>
            <a:t>: Flexibilität zur Anpassung von Themen und Stilen. </a:t>
          </a:r>
          <a:endParaRPr lang="en-US"/>
        </a:p>
      </dgm:t>
    </dgm:pt>
    <dgm:pt modelId="{41C42F6B-CE9F-483E-A970-7AF63B44C3F2}" type="parTrans" cxnId="{D3682DB3-CB63-44FE-8BCE-B30529E84BA4}">
      <dgm:prSet/>
      <dgm:spPr/>
      <dgm:t>
        <a:bodyPr/>
        <a:lstStyle/>
        <a:p>
          <a:endParaRPr lang="en-US"/>
        </a:p>
      </dgm:t>
    </dgm:pt>
    <dgm:pt modelId="{049D25A5-BC99-411A-9DE9-53EBAD2F76A8}" type="sibTrans" cxnId="{D3682DB3-CB63-44FE-8BCE-B30529E84BA4}">
      <dgm:prSet/>
      <dgm:spPr/>
      <dgm:t>
        <a:bodyPr/>
        <a:lstStyle/>
        <a:p>
          <a:endParaRPr lang="en-US"/>
        </a:p>
      </dgm:t>
    </dgm:pt>
    <dgm:pt modelId="{7985D80C-58EE-4F4C-8432-FEFEE0AF4692}" type="pres">
      <dgm:prSet presAssocID="{FFDD20BC-0354-49D0-A451-CE5CE49B428E}" presName="linear" presStyleCnt="0">
        <dgm:presLayoutVars>
          <dgm:animLvl val="lvl"/>
          <dgm:resizeHandles val="exact"/>
        </dgm:presLayoutVars>
      </dgm:prSet>
      <dgm:spPr/>
    </dgm:pt>
    <dgm:pt modelId="{E6795A69-E409-4A02-9FE1-02650C97A1A3}" type="pres">
      <dgm:prSet presAssocID="{00B06914-8506-4268-A997-596D94B6A4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F5BE73-4797-455E-8972-32AB82E180BF}" type="pres">
      <dgm:prSet presAssocID="{1AA9EC16-FF2C-4FA2-B2CA-D49CAF2F3A31}" presName="spacer" presStyleCnt="0"/>
      <dgm:spPr/>
    </dgm:pt>
    <dgm:pt modelId="{DB182C74-2E4B-4F10-9986-0A9C7E6122E0}" type="pres">
      <dgm:prSet presAssocID="{0AD95567-E2B0-4E0F-BC7F-5C84F6F9B4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8AD19E-C14C-4636-8EFA-5DEC91B000ED}" type="pres">
      <dgm:prSet presAssocID="{D1BDB0E2-ED2A-4AEA-8311-341C811A80E3}" presName="spacer" presStyleCnt="0"/>
      <dgm:spPr/>
    </dgm:pt>
    <dgm:pt modelId="{67729C9E-DBF9-43E5-8E4C-62CFD1694E9A}" type="pres">
      <dgm:prSet presAssocID="{90A4AC1F-FB8C-446A-93CA-720302A11F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E2D9B4-B19F-481C-9233-7903258DB91C}" type="pres">
      <dgm:prSet presAssocID="{95B1A7AC-284D-425F-87DC-55E188BAB9A8}" presName="spacer" presStyleCnt="0"/>
      <dgm:spPr/>
    </dgm:pt>
    <dgm:pt modelId="{CC986712-DD4F-4331-85A8-F604E170F985}" type="pres">
      <dgm:prSet presAssocID="{314F5CD8-E29F-42DA-B765-27003EFBD6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560724-BBAA-4213-A19A-057038DAF698}" type="presOf" srcId="{90A4AC1F-FB8C-446A-93CA-720302A11F92}" destId="{67729C9E-DBF9-43E5-8E4C-62CFD1694E9A}" srcOrd="0" destOrd="0" presId="urn:microsoft.com/office/officeart/2005/8/layout/vList2"/>
    <dgm:cxn modelId="{26084377-96DF-407C-8295-F6FFD5565668}" srcId="{FFDD20BC-0354-49D0-A451-CE5CE49B428E}" destId="{90A4AC1F-FB8C-446A-93CA-720302A11F92}" srcOrd="2" destOrd="0" parTransId="{F11BB5FC-525D-44EA-8DD5-AC357FE2531C}" sibTransId="{95B1A7AC-284D-425F-87DC-55E188BAB9A8}"/>
    <dgm:cxn modelId="{AB61E68A-04B2-4A85-9115-9C6584AF2C05}" srcId="{FFDD20BC-0354-49D0-A451-CE5CE49B428E}" destId="{0AD95567-E2B0-4E0F-BC7F-5C84F6F9B4C7}" srcOrd="1" destOrd="0" parTransId="{D385539B-25F6-48B8-B919-6FDFD2712A11}" sibTransId="{D1BDB0E2-ED2A-4AEA-8311-341C811A80E3}"/>
    <dgm:cxn modelId="{353FDBA0-C66A-4977-B041-59EB7848B2CF}" type="presOf" srcId="{0AD95567-E2B0-4E0F-BC7F-5C84F6F9B4C7}" destId="{DB182C74-2E4B-4F10-9986-0A9C7E6122E0}" srcOrd="0" destOrd="0" presId="urn:microsoft.com/office/officeart/2005/8/layout/vList2"/>
    <dgm:cxn modelId="{D3682DB3-CB63-44FE-8BCE-B30529E84BA4}" srcId="{FFDD20BC-0354-49D0-A451-CE5CE49B428E}" destId="{314F5CD8-E29F-42DA-B765-27003EFBD64C}" srcOrd="3" destOrd="0" parTransId="{41C42F6B-CE9F-483E-A970-7AF63B44C3F2}" sibTransId="{049D25A5-BC99-411A-9DE9-53EBAD2F76A8}"/>
    <dgm:cxn modelId="{F42CD6BD-2FA8-4A6A-8860-7BA4BFE9B846}" type="presOf" srcId="{314F5CD8-E29F-42DA-B765-27003EFBD64C}" destId="{CC986712-DD4F-4331-85A8-F604E170F985}" srcOrd="0" destOrd="0" presId="urn:microsoft.com/office/officeart/2005/8/layout/vList2"/>
    <dgm:cxn modelId="{6C5BE7C0-0DAF-43B2-AF42-D59A1557AF16}" srcId="{FFDD20BC-0354-49D0-A451-CE5CE49B428E}" destId="{00B06914-8506-4268-A997-596D94B6A419}" srcOrd="0" destOrd="0" parTransId="{5565B895-4F6C-44EC-87DB-EA641109BDDD}" sibTransId="{1AA9EC16-FF2C-4FA2-B2CA-D49CAF2F3A31}"/>
    <dgm:cxn modelId="{E9721BDB-F0D6-4CAA-AB61-6ACE00C74960}" type="presOf" srcId="{FFDD20BC-0354-49D0-A451-CE5CE49B428E}" destId="{7985D80C-58EE-4F4C-8432-FEFEE0AF4692}" srcOrd="0" destOrd="0" presId="urn:microsoft.com/office/officeart/2005/8/layout/vList2"/>
    <dgm:cxn modelId="{78EE2CFA-D266-459D-80F5-B52BFC519913}" type="presOf" srcId="{00B06914-8506-4268-A997-596D94B6A419}" destId="{E6795A69-E409-4A02-9FE1-02650C97A1A3}" srcOrd="0" destOrd="0" presId="urn:microsoft.com/office/officeart/2005/8/layout/vList2"/>
    <dgm:cxn modelId="{AE38353E-5EDE-4B50-9ACA-3BC44D4BBB61}" type="presParOf" srcId="{7985D80C-58EE-4F4C-8432-FEFEE0AF4692}" destId="{E6795A69-E409-4A02-9FE1-02650C97A1A3}" srcOrd="0" destOrd="0" presId="urn:microsoft.com/office/officeart/2005/8/layout/vList2"/>
    <dgm:cxn modelId="{B176A60E-AAE4-4BEA-9C20-73CBCB78788B}" type="presParOf" srcId="{7985D80C-58EE-4F4C-8432-FEFEE0AF4692}" destId="{DFF5BE73-4797-455E-8972-32AB82E180BF}" srcOrd="1" destOrd="0" presId="urn:microsoft.com/office/officeart/2005/8/layout/vList2"/>
    <dgm:cxn modelId="{EC207450-3A03-4C1F-9868-F294DCF2723C}" type="presParOf" srcId="{7985D80C-58EE-4F4C-8432-FEFEE0AF4692}" destId="{DB182C74-2E4B-4F10-9986-0A9C7E6122E0}" srcOrd="2" destOrd="0" presId="urn:microsoft.com/office/officeart/2005/8/layout/vList2"/>
    <dgm:cxn modelId="{DF860464-BA02-4B5A-BE86-0E032A840577}" type="presParOf" srcId="{7985D80C-58EE-4F4C-8432-FEFEE0AF4692}" destId="{158AD19E-C14C-4636-8EFA-5DEC91B000ED}" srcOrd="3" destOrd="0" presId="urn:microsoft.com/office/officeart/2005/8/layout/vList2"/>
    <dgm:cxn modelId="{FC18B584-991B-4EB6-B22C-74D8397636D5}" type="presParOf" srcId="{7985D80C-58EE-4F4C-8432-FEFEE0AF4692}" destId="{67729C9E-DBF9-43E5-8E4C-62CFD1694E9A}" srcOrd="4" destOrd="0" presId="urn:microsoft.com/office/officeart/2005/8/layout/vList2"/>
    <dgm:cxn modelId="{5808915B-2020-4B24-9CE4-CF0B0B3A659B}" type="presParOf" srcId="{7985D80C-58EE-4F4C-8432-FEFEE0AF4692}" destId="{55E2D9B4-B19F-481C-9233-7903258DB91C}" srcOrd="5" destOrd="0" presId="urn:microsoft.com/office/officeart/2005/8/layout/vList2"/>
    <dgm:cxn modelId="{F301FBAD-6589-419F-9D58-AE8CF5EAB1A4}" type="presParOf" srcId="{7985D80C-58EE-4F4C-8432-FEFEE0AF4692}" destId="{CC986712-DD4F-4331-85A8-F604E170F9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6603DD-BE82-4588-B47A-581D539A080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E9E415-D854-4707-9487-644EC38A6B52}">
      <dgm:prSet/>
      <dgm:spPr/>
      <dgm:t>
        <a:bodyPr/>
        <a:lstStyle/>
        <a:p>
          <a:r>
            <a:rPr lang="en-DE" b="1" i="0" baseline="0"/>
            <a:t>Schritt 1</a:t>
          </a:r>
          <a:r>
            <a:rPr lang="en-DE" b="0" i="0" baseline="0"/>
            <a:t>: Eine Bootstrap-Vorlage herunterladen oder kopieren.</a:t>
          </a:r>
          <a:endParaRPr lang="en-US"/>
        </a:p>
      </dgm:t>
    </dgm:pt>
    <dgm:pt modelId="{4F899CF9-2EA9-40CC-BAA1-FDCF2D6A77C4}" type="parTrans" cxnId="{3719C8EE-7E3A-47CF-B5D6-57F4BBA416E5}">
      <dgm:prSet/>
      <dgm:spPr/>
      <dgm:t>
        <a:bodyPr/>
        <a:lstStyle/>
        <a:p>
          <a:endParaRPr lang="en-US"/>
        </a:p>
      </dgm:t>
    </dgm:pt>
    <dgm:pt modelId="{BBC3444C-A2F8-4C5E-BE64-A1838688493F}" type="sibTrans" cxnId="{3719C8EE-7E3A-47CF-B5D6-57F4BBA416E5}">
      <dgm:prSet/>
      <dgm:spPr/>
      <dgm:t>
        <a:bodyPr/>
        <a:lstStyle/>
        <a:p>
          <a:endParaRPr lang="en-US"/>
        </a:p>
      </dgm:t>
    </dgm:pt>
    <dgm:pt modelId="{305680C0-C4AC-4843-8E41-065DEC950C91}">
      <dgm:prSet/>
      <dgm:spPr/>
      <dgm:t>
        <a:bodyPr/>
        <a:lstStyle/>
        <a:p>
          <a:r>
            <a:rPr lang="en-DE" b="1" i="0" baseline="0"/>
            <a:t>Schritt 2</a:t>
          </a:r>
          <a:r>
            <a:rPr lang="en-DE" b="0" i="0" baseline="0"/>
            <a:t>: Bootstrap CSS- und JS-Dateien in die Vorlage einbinden.</a:t>
          </a:r>
          <a:endParaRPr lang="en-US"/>
        </a:p>
      </dgm:t>
    </dgm:pt>
    <dgm:pt modelId="{E49179A2-5AD2-443C-9CE9-CDC6EED4A108}" type="parTrans" cxnId="{70725D83-3C84-4746-B8AF-B18E238A5620}">
      <dgm:prSet/>
      <dgm:spPr/>
      <dgm:t>
        <a:bodyPr/>
        <a:lstStyle/>
        <a:p>
          <a:endParaRPr lang="en-US"/>
        </a:p>
      </dgm:t>
    </dgm:pt>
    <dgm:pt modelId="{55E5747E-7FD8-463A-8FFA-B7E6FA46043B}" type="sibTrans" cxnId="{70725D83-3C84-4746-B8AF-B18E238A5620}">
      <dgm:prSet/>
      <dgm:spPr/>
      <dgm:t>
        <a:bodyPr/>
        <a:lstStyle/>
        <a:p>
          <a:endParaRPr lang="en-US"/>
        </a:p>
      </dgm:t>
    </dgm:pt>
    <dgm:pt modelId="{D4FFF2BE-3137-4BD9-89A4-073A5A4C5C16}">
      <dgm:prSet/>
      <dgm:spPr/>
      <dgm:t>
        <a:bodyPr/>
        <a:lstStyle/>
        <a:p>
          <a:r>
            <a:rPr lang="en-DE" b="1" i="0" baseline="0"/>
            <a:t>Schritt 3</a:t>
          </a:r>
          <a:r>
            <a:rPr lang="en-DE" b="0" i="0" baseline="0"/>
            <a:t>: Elemente (z. B. Text, Bilder) nach Bedarf für das Projekt anpassen.</a:t>
          </a:r>
          <a:endParaRPr lang="en-US"/>
        </a:p>
      </dgm:t>
    </dgm:pt>
    <dgm:pt modelId="{59A9D6A5-15B1-42E9-891F-7771EFA7C3BC}" type="parTrans" cxnId="{E6DC8A0E-8C6F-40B4-B967-DD7DBB741E17}">
      <dgm:prSet/>
      <dgm:spPr/>
      <dgm:t>
        <a:bodyPr/>
        <a:lstStyle/>
        <a:p>
          <a:endParaRPr lang="en-US"/>
        </a:p>
      </dgm:t>
    </dgm:pt>
    <dgm:pt modelId="{7D6CD55F-A3E3-4E82-8763-C8B19DA162E6}" type="sibTrans" cxnId="{E6DC8A0E-8C6F-40B4-B967-DD7DBB741E17}">
      <dgm:prSet/>
      <dgm:spPr/>
      <dgm:t>
        <a:bodyPr/>
        <a:lstStyle/>
        <a:p>
          <a:endParaRPr lang="en-US"/>
        </a:p>
      </dgm:t>
    </dgm:pt>
    <dgm:pt modelId="{BB9B356B-4E23-458F-B9BA-7B741845A245}">
      <dgm:prSet/>
      <dgm:spPr/>
      <dgm:t>
        <a:bodyPr/>
        <a:lstStyle/>
        <a:p>
          <a:r>
            <a:rPr lang="en-DE" b="1" i="0" baseline="0"/>
            <a:t>Ressourcen</a:t>
          </a:r>
          <a:r>
            <a:rPr lang="en-DE" b="0" i="0" baseline="0"/>
            <a:t>:</a:t>
          </a:r>
          <a:endParaRPr lang="en-US"/>
        </a:p>
      </dgm:t>
    </dgm:pt>
    <dgm:pt modelId="{A8AA10BC-F4F9-4D2A-993A-E77C679AD632}" type="parTrans" cxnId="{51E98A64-380E-4545-9BC9-B25B965A7B58}">
      <dgm:prSet/>
      <dgm:spPr/>
      <dgm:t>
        <a:bodyPr/>
        <a:lstStyle/>
        <a:p>
          <a:endParaRPr lang="en-US"/>
        </a:p>
      </dgm:t>
    </dgm:pt>
    <dgm:pt modelId="{AF823483-825A-4309-A8EF-EDA1BB576CE6}" type="sibTrans" cxnId="{51E98A64-380E-4545-9BC9-B25B965A7B58}">
      <dgm:prSet/>
      <dgm:spPr/>
      <dgm:t>
        <a:bodyPr/>
        <a:lstStyle/>
        <a:p>
          <a:endParaRPr lang="en-US"/>
        </a:p>
      </dgm:t>
    </dgm:pt>
    <dgm:pt modelId="{2D5ED29B-0F25-4C70-AB93-A36D2350EFAC}">
      <dgm:prSet/>
      <dgm:spPr/>
      <dgm:t>
        <a:bodyPr/>
        <a:lstStyle/>
        <a:p>
          <a:r>
            <a:rPr lang="en-DE" b="0" i="0" baseline="0"/>
            <a:t>Offizielle Bootstrap-Website für kostenlose Vorlagen.</a:t>
          </a:r>
          <a:endParaRPr lang="en-US"/>
        </a:p>
      </dgm:t>
    </dgm:pt>
    <dgm:pt modelId="{FDC84FC6-7636-4E72-A4F1-812CF5D52C20}" type="parTrans" cxnId="{13C80BA0-AA6F-4C58-BA5E-8CE38A52BFA3}">
      <dgm:prSet/>
      <dgm:spPr/>
      <dgm:t>
        <a:bodyPr/>
        <a:lstStyle/>
        <a:p>
          <a:endParaRPr lang="en-US"/>
        </a:p>
      </dgm:t>
    </dgm:pt>
    <dgm:pt modelId="{43ECCFCE-1847-4BC1-A4A7-11A178E30DDF}" type="sibTrans" cxnId="{13C80BA0-AA6F-4C58-BA5E-8CE38A52BFA3}">
      <dgm:prSet/>
      <dgm:spPr/>
      <dgm:t>
        <a:bodyPr/>
        <a:lstStyle/>
        <a:p>
          <a:endParaRPr lang="en-US"/>
        </a:p>
      </dgm:t>
    </dgm:pt>
    <dgm:pt modelId="{2A9623A6-5A5D-41D7-BE9B-2F57DC2453AE}">
      <dgm:prSet/>
      <dgm:spPr/>
      <dgm:t>
        <a:bodyPr/>
        <a:lstStyle/>
        <a:p>
          <a:r>
            <a:rPr lang="en-DE" b="0" i="0" baseline="0"/>
            <a:t>Bootstrap Studio und Online-Quellen für kostenpflichtige Vorlagen.</a:t>
          </a:r>
          <a:endParaRPr lang="en-US"/>
        </a:p>
      </dgm:t>
    </dgm:pt>
    <dgm:pt modelId="{3F852182-3C54-4314-BCD5-2BC2F2ACAE10}" type="parTrans" cxnId="{A4D0095C-6CA7-4B69-B86F-00469735C91C}">
      <dgm:prSet/>
      <dgm:spPr/>
      <dgm:t>
        <a:bodyPr/>
        <a:lstStyle/>
        <a:p>
          <a:endParaRPr lang="en-US"/>
        </a:p>
      </dgm:t>
    </dgm:pt>
    <dgm:pt modelId="{15B130B3-CE96-4499-B154-B62C7915F364}" type="sibTrans" cxnId="{A4D0095C-6CA7-4B69-B86F-00469735C91C}">
      <dgm:prSet/>
      <dgm:spPr/>
      <dgm:t>
        <a:bodyPr/>
        <a:lstStyle/>
        <a:p>
          <a:endParaRPr lang="en-US"/>
        </a:p>
      </dgm:t>
    </dgm:pt>
    <dgm:pt modelId="{EDC7A477-AC80-487C-AB57-3B375197F502}" type="pres">
      <dgm:prSet presAssocID="{0D6603DD-BE82-4588-B47A-581D539A080E}" presName="linear" presStyleCnt="0">
        <dgm:presLayoutVars>
          <dgm:animLvl val="lvl"/>
          <dgm:resizeHandles val="exact"/>
        </dgm:presLayoutVars>
      </dgm:prSet>
      <dgm:spPr/>
    </dgm:pt>
    <dgm:pt modelId="{73AAFCE8-61D6-44A3-9856-C1AA35B881F2}" type="pres">
      <dgm:prSet presAssocID="{1CE9E415-D854-4707-9487-644EC38A6B5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C66028D-C3E7-4112-9257-6C143D9A49F2}" type="pres">
      <dgm:prSet presAssocID="{BBC3444C-A2F8-4C5E-BE64-A1838688493F}" presName="spacer" presStyleCnt="0"/>
      <dgm:spPr/>
    </dgm:pt>
    <dgm:pt modelId="{D0F95F26-043D-4D5A-AF80-CA7B14B4B8B2}" type="pres">
      <dgm:prSet presAssocID="{305680C0-C4AC-4843-8E41-065DEC950C9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F41D0E4-AC41-4B98-B968-4A0CD51A7EE1}" type="pres">
      <dgm:prSet presAssocID="{55E5747E-7FD8-463A-8FFA-B7E6FA46043B}" presName="spacer" presStyleCnt="0"/>
      <dgm:spPr/>
    </dgm:pt>
    <dgm:pt modelId="{52CC1EF5-8FF6-478E-9C76-7E6DF6B3CD83}" type="pres">
      <dgm:prSet presAssocID="{D4FFF2BE-3137-4BD9-89A4-073A5A4C5C1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A76A397-082D-4D41-AE68-C513E86212A5}" type="pres">
      <dgm:prSet presAssocID="{7D6CD55F-A3E3-4E82-8763-C8B19DA162E6}" presName="spacer" presStyleCnt="0"/>
      <dgm:spPr/>
    </dgm:pt>
    <dgm:pt modelId="{9ABAD509-8A30-4916-9A0E-C935750080FB}" type="pres">
      <dgm:prSet presAssocID="{BB9B356B-4E23-458F-B9BA-7B741845A24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E8930CF-85C1-4BFC-87D9-311EA13B147E}" type="pres">
      <dgm:prSet presAssocID="{AF823483-825A-4309-A8EF-EDA1BB576CE6}" presName="spacer" presStyleCnt="0"/>
      <dgm:spPr/>
    </dgm:pt>
    <dgm:pt modelId="{7FA7FE4E-56C6-4833-8BC4-53BA02BA0E93}" type="pres">
      <dgm:prSet presAssocID="{2D5ED29B-0F25-4C70-AB93-A36D2350EFA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763C7CB-673D-4C86-8D26-81A4E42E0DF7}" type="pres">
      <dgm:prSet presAssocID="{43ECCFCE-1847-4BC1-A4A7-11A178E30DDF}" presName="spacer" presStyleCnt="0"/>
      <dgm:spPr/>
    </dgm:pt>
    <dgm:pt modelId="{059390F4-990B-4D61-8C33-56A925004A26}" type="pres">
      <dgm:prSet presAssocID="{2A9623A6-5A5D-41D7-BE9B-2F57DC2453A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6DC8A0E-8C6F-40B4-B967-DD7DBB741E17}" srcId="{0D6603DD-BE82-4588-B47A-581D539A080E}" destId="{D4FFF2BE-3137-4BD9-89A4-073A5A4C5C16}" srcOrd="2" destOrd="0" parTransId="{59A9D6A5-15B1-42E9-891F-7771EFA7C3BC}" sibTransId="{7D6CD55F-A3E3-4E82-8763-C8B19DA162E6}"/>
    <dgm:cxn modelId="{1DCB2821-BE03-4668-899C-FC23D7401547}" type="presOf" srcId="{0D6603DD-BE82-4588-B47A-581D539A080E}" destId="{EDC7A477-AC80-487C-AB57-3B375197F502}" srcOrd="0" destOrd="0" presId="urn:microsoft.com/office/officeart/2005/8/layout/vList2"/>
    <dgm:cxn modelId="{E855DD3B-C7CB-4673-9F92-C6691899F21C}" type="presOf" srcId="{2A9623A6-5A5D-41D7-BE9B-2F57DC2453AE}" destId="{059390F4-990B-4D61-8C33-56A925004A26}" srcOrd="0" destOrd="0" presId="urn:microsoft.com/office/officeart/2005/8/layout/vList2"/>
    <dgm:cxn modelId="{A4D0095C-6CA7-4B69-B86F-00469735C91C}" srcId="{0D6603DD-BE82-4588-B47A-581D539A080E}" destId="{2A9623A6-5A5D-41D7-BE9B-2F57DC2453AE}" srcOrd="5" destOrd="0" parTransId="{3F852182-3C54-4314-BCD5-2BC2F2ACAE10}" sibTransId="{15B130B3-CE96-4499-B154-B62C7915F364}"/>
    <dgm:cxn modelId="{51E98A64-380E-4545-9BC9-B25B965A7B58}" srcId="{0D6603DD-BE82-4588-B47A-581D539A080E}" destId="{BB9B356B-4E23-458F-B9BA-7B741845A245}" srcOrd="3" destOrd="0" parTransId="{A8AA10BC-F4F9-4D2A-993A-E77C679AD632}" sibTransId="{AF823483-825A-4309-A8EF-EDA1BB576CE6}"/>
    <dgm:cxn modelId="{6C8CC34F-0541-475B-8BA5-C2CA32B1E615}" type="presOf" srcId="{305680C0-C4AC-4843-8E41-065DEC950C91}" destId="{D0F95F26-043D-4D5A-AF80-CA7B14B4B8B2}" srcOrd="0" destOrd="0" presId="urn:microsoft.com/office/officeart/2005/8/layout/vList2"/>
    <dgm:cxn modelId="{70725D83-3C84-4746-B8AF-B18E238A5620}" srcId="{0D6603DD-BE82-4588-B47A-581D539A080E}" destId="{305680C0-C4AC-4843-8E41-065DEC950C91}" srcOrd="1" destOrd="0" parTransId="{E49179A2-5AD2-443C-9CE9-CDC6EED4A108}" sibTransId="{55E5747E-7FD8-463A-8FFA-B7E6FA46043B}"/>
    <dgm:cxn modelId="{6EFE998B-4FEC-44A5-8973-FB157827844A}" type="presOf" srcId="{D4FFF2BE-3137-4BD9-89A4-073A5A4C5C16}" destId="{52CC1EF5-8FF6-478E-9C76-7E6DF6B3CD83}" srcOrd="0" destOrd="0" presId="urn:microsoft.com/office/officeart/2005/8/layout/vList2"/>
    <dgm:cxn modelId="{13C80BA0-AA6F-4C58-BA5E-8CE38A52BFA3}" srcId="{0D6603DD-BE82-4588-B47A-581D539A080E}" destId="{2D5ED29B-0F25-4C70-AB93-A36D2350EFAC}" srcOrd="4" destOrd="0" parTransId="{FDC84FC6-7636-4E72-A4F1-812CF5D52C20}" sibTransId="{43ECCFCE-1847-4BC1-A4A7-11A178E30DDF}"/>
    <dgm:cxn modelId="{D88391AB-F535-44C3-8C64-25900991BD23}" type="presOf" srcId="{BB9B356B-4E23-458F-B9BA-7B741845A245}" destId="{9ABAD509-8A30-4916-9A0E-C935750080FB}" srcOrd="0" destOrd="0" presId="urn:microsoft.com/office/officeart/2005/8/layout/vList2"/>
    <dgm:cxn modelId="{7DA779D8-EE72-441F-9D15-0AB7EAF7F6D8}" type="presOf" srcId="{1CE9E415-D854-4707-9487-644EC38A6B52}" destId="{73AAFCE8-61D6-44A3-9856-C1AA35B881F2}" srcOrd="0" destOrd="0" presId="urn:microsoft.com/office/officeart/2005/8/layout/vList2"/>
    <dgm:cxn modelId="{3719C8EE-7E3A-47CF-B5D6-57F4BBA416E5}" srcId="{0D6603DD-BE82-4588-B47A-581D539A080E}" destId="{1CE9E415-D854-4707-9487-644EC38A6B52}" srcOrd="0" destOrd="0" parTransId="{4F899CF9-2EA9-40CC-BAA1-FDCF2D6A77C4}" sibTransId="{BBC3444C-A2F8-4C5E-BE64-A1838688493F}"/>
    <dgm:cxn modelId="{3237D0F8-098B-4BC8-BDC2-326F3859CF70}" type="presOf" srcId="{2D5ED29B-0F25-4C70-AB93-A36D2350EFAC}" destId="{7FA7FE4E-56C6-4833-8BC4-53BA02BA0E93}" srcOrd="0" destOrd="0" presId="urn:microsoft.com/office/officeart/2005/8/layout/vList2"/>
    <dgm:cxn modelId="{0A855EC3-6820-49C8-86E3-12976016780A}" type="presParOf" srcId="{EDC7A477-AC80-487C-AB57-3B375197F502}" destId="{73AAFCE8-61D6-44A3-9856-C1AA35B881F2}" srcOrd="0" destOrd="0" presId="urn:microsoft.com/office/officeart/2005/8/layout/vList2"/>
    <dgm:cxn modelId="{4E97E0D5-21C1-470A-91C9-4F6D7E991A57}" type="presParOf" srcId="{EDC7A477-AC80-487C-AB57-3B375197F502}" destId="{CC66028D-C3E7-4112-9257-6C143D9A49F2}" srcOrd="1" destOrd="0" presId="urn:microsoft.com/office/officeart/2005/8/layout/vList2"/>
    <dgm:cxn modelId="{B5C4D8F1-0B5E-4040-94CD-F2C2A97AF49B}" type="presParOf" srcId="{EDC7A477-AC80-487C-AB57-3B375197F502}" destId="{D0F95F26-043D-4D5A-AF80-CA7B14B4B8B2}" srcOrd="2" destOrd="0" presId="urn:microsoft.com/office/officeart/2005/8/layout/vList2"/>
    <dgm:cxn modelId="{C0823050-918F-4963-9859-E8BB97F04FB6}" type="presParOf" srcId="{EDC7A477-AC80-487C-AB57-3B375197F502}" destId="{3F41D0E4-AC41-4B98-B968-4A0CD51A7EE1}" srcOrd="3" destOrd="0" presId="urn:microsoft.com/office/officeart/2005/8/layout/vList2"/>
    <dgm:cxn modelId="{DBE22BEE-E780-4B6D-B5B9-68D64A0B9A70}" type="presParOf" srcId="{EDC7A477-AC80-487C-AB57-3B375197F502}" destId="{52CC1EF5-8FF6-478E-9C76-7E6DF6B3CD83}" srcOrd="4" destOrd="0" presId="urn:microsoft.com/office/officeart/2005/8/layout/vList2"/>
    <dgm:cxn modelId="{374051BE-DBC5-42AD-B2AC-A4F42B1E5A38}" type="presParOf" srcId="{EDC7A477-AC80-487C-AB57-3B375197F502}" destId="{0A76A397-082D-4D41-AE68-C513E86212A5}" srcOrd="5" destOrd="0" presId="urn:microsoft.com/office/officeart/2005/8/layout/vList2"/>
    <dgm:cxn modelId="{D9D28861-10FE-42DF-9958-1440488DA848}" type="presParOf" srcId="{EDC7A477-AC80-487C-AB57-3B375197F502}" destId="{9ABAD509-8A30-4916-9A0E-C935750080FB}" srcOrd="6" destOrd="0" presId="urn:microsoft.com/office/officeart/2005/8/layout/vList2"/>
    <dgm:cxn modelId="{3BB5504A-08E6-4A3C-A099-78FC6D6F5CD2}" type="presParOf" srcId="{EDC7A477-AC80-487C-AB57-3B375197F502}" destId="{AE8930CF-85C1-4BFC-87D9-311EA13B147E}" srcOrd="7" destOrd="0" presId="urn:microsoft.com/office/officeart/2005/8/layout/vList2"/>
    <dgm:cxn modelId="{AFF7A59E-DA97-4DE1-A003-247E7AABAF98}" type="presParOf" srcId="{EDC7A477-AC80-487C-AB57-3B375197F502}" destId="{7FA7FE4E-56C6-4833-8BC4-53BA02BA0E93}" srcOrd="8" destOrd="0" presId="urn:microsoft.com/office/officeart/2005/8/layout/vList2"/>
    <dgm:cxn modelId="{F574BB04-AECC-44FF-804E-B05C6E8EFD34}" type="presParOf" srcId="{EDC7A477-AC80-487C-AB57-3B375197F502}" destId="{6763C7CB-673D-4C86-8D26-81A4E42E0DF7}" srcOrd="9" destOrd="0" presId="urn:microsoft.com/office/officeart/2005/8/layout/vList2"/>
    <dgm:cxn modelId="{FD2AD9A8-DAF6-4C9B-8E16-8CEAFDD8E235}" type="presParOf" srcId="{EDC7A477-AC80-487C-AB57-3B375197F502}" destId="{059390F4-990B-4D61-8C33-56A925004A2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22D3CB-5A29-43E4-8ED6-0A4EC4CF719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F8E756D-1917-44A2-8072-1BE16DECFE09}">
      <dgm:prSet/>
      <dgm:spPr/>
      <dgm:t>
        <a:bodyPr/>
        <a:lstStyle/>
        <a:p>
          <a:r>
            <a:rPr lang="en-DE" b="1" i="0" baseline="0"/>
            <a:t>Ordnerstruktur</a:t>
          </a:r>
          <a:r>
            <a:rPr lang="en-DE" b="0" i="0" baseline="0"/>
            <a:t>:</a:t>
          </a:r>
          <a:endParaRPr lang="en-US"/>
        </a:p>
      </dgm:t>
    </dgm:pt>
    <dgm:pt modelId="{A6E07AA9-484D-46E3-9956-8DC881F95CC9}" type="parTrans" cxnId="{2A55B19E-C873-4A52-B8D8-FCC0F9A794A4}">
      <dgm:prSet/>
      <dgm:spPr/>
      <dgm:t>
        <a:bodyPr/>
        <a:lstStyle/>
        <a:p>
          <a:endParaRPr lang="en-US"/>
        </a:p>
      </dgm:t>
    </dgm:pt>
    <dgm:pt modelId="{2C0BC41C-024D-4811-955B-F2FEFDBAC616}" type="sibTrans" cxnId="{2A55B19E-C873-4A52-B8D8-FCC0F9A794A4}">
      <dgm:prSet/>
      <dgm:spPr/>
      <dgm:t>
        <a:bodyPr/>
        <a:lstStyle/>
        <a:p>
          <a:endParaRPr lang="en-US"/>
        </a:p>
      </dgm:t>
    </dgm:pt>
    <dgm:pt modelId="{1763CB84-6AC2-4493-BCC4-47AA40DF2DE4}">
      <dgm:prSet/>
      <dgm:spPr/>
      <dgm:t>
        <a:bodyPr/>
        <a:lstStyle/>
        <a:p>
          <a:r>
            <a:rPr lang="en-DE" b="0" i="0" baseline="0"/>
            <a:t>index.php: Hauptinhalt-Datei.</a:t>
          </a:r>
          <a:endParaRPr lang="en-US"/>
        </a:p>
      </dgm:t>
    </dgm:pt>
    <dgm:pt modelId="{BD20BFF5-E68F-4905-BF6D-CBD78251A4A5}" type="parTrans" cxnId="{656C68B3-3029-4D24-A79E-C6555ED52EAE}">
      <dgm:prSet/>
      <dgm:spPr/>
      <dgm:t>
        <a:bodyPr/>
        <a:lstStyle/>
        <a:p>
          <a:endParaRPr lang="en-US"/>
        </a:p>
      </dgm:t>
    </dgm:pt>
    <dgm:pt modelId="{DCF67F07-80B5-4BD9-93C2-7EE31CD03320}" type="sibTrans" cxnId="{656C68B3-3029-4D24-A79E-C6555ED52EAE}">
      <dgm:prSet/>
      <dgm:spPr/>
      <dgm:t>
        <a:bodyPr/>
        <a:lstStyle/>
        <a:p>
          <a:endParaRPr lang="en-US"/>
        </a:p>
      </dgm:t>
    </dgm:pt>
    <dgm:pt modelId="{EDBFBCE3-0512-431D-A3A1-F70C0A5B6D81}">
      <dgm:prSet/>
      <dgm:spPr/>
      <dgm:t>
        <a:bodyPr/>
        <a:lstStyle/>
        <a:p>
          <a:r>
            <a:rPr lang="en-DE" b="0" i="0" baseline="0"/>
            <a:t>header.php: Header-Komponente.</a:t>
          </a:r>
          <a:endParaRPr lang="en-US"/>
        </a:p>
      </dgm:t>
    </dgm:pt>
    <dgm:pt modelId="{09BBFA5B-AE06-47CB-BFF5-9DC18ADBF1F6}" type="parTrans" cxnId="{E6C1D3F3-6811-420A-805B-F5D1E241B487}">
      <dgm:prSet/>
      <dgm:spPr/>
      <dgm:t>
        <a:bodyPr/>
        <a:lstStyle/>
        <a:p>
          <a:endParaRPr lang="en-US"/>
        </a:p>
      </dgm:t>
    </dgm:pt>
    <dgm:pt modelId="{82737940-7FF8-4269-9CE1-18855A335023}" type="sibTrans" cxnId="{E6C1D3F3-6811-420A-805B-F5D1E241B487}">
      <dgm:prSet/>
      <dgm:spPr/>
      <dgm:t>
        <a:bodyPr/>
        <a:lstStyle/>
        <a:p>
          <a:endParaRPr lang="en-US"/>
        </a:p>
      </dgm:t>
    </dgm:pt>
    <dgm:pt modelId="{71BBE5B3-2CB7-476E-BD11-264A02984F26}">
      <dgm:prSet/>
      <dgm:spPr/>
      <dgm:t>
        <a:bodyPr/>
        <a:lstStyle/>
        <a:p>
          <a:r>
            <a:rPr lang="en-DE" b="0" i="0" baseline="0"/>
            <a:t>footer.php: Footer-Komponente.</a:t>
          </a:r>
          <a:endParaRPr lang="en-US"/>
        </a:p>
      </dgm:t>
    </dgm:pt>
    <dgm:pt modelId="{5E14EC66-AB5D-4D31-B6F7-233DBE20EE19}" type="parTrans" cxnId="{346BFF85-F7FC-4CCC-B53B-32E8BC4DE1CB}">
      <dgm:prSet/>
      <dgm:spPr/>
      <dgm:t>
        <a:bodyPr/>
        <a:lstStyle/>
        <a:p>
          <a:endParaRPr lang="en-US"/>
        </a:p>
      </dgm:t>
    </dgm:pt>
    <dgm:pt modelId="{846C5251-5BC7-456C-8FE9-E4E10F84B0FD}" type="sibTrans" cxnId="{346BFF85-F7FC-4CCC-B53B-32E8BC4DE1CB}">
      <dgm:prSet/>
      <dgm:spPr/>
      <dgm:t>
        <a:bodyPr/>
        <a:lstStyle/>
        <a:p>
          <a:endParaRPr lang="en-US"/>
        </a:p>
      </dgm:t>
    </dgm:pt>
    <dgm:pt modelId="{4EDF6750-BCED-4B17-9718-73B9DF0C02B0}">
      <dgm:prSet/>
      <dgm:spPr/>
      <dgm:t>
        <a:bodyPr/>
        <a:lstStyle/>
        <a:p>
          <a:r>
            <a:rPr lang="en-DE" b="0" i="0" baseline="0"/>
            <a:t>navbar.php: Navigationsleisten-Komponente.</a:t>
          </a:r>
          <a:endParaRPr lang="en-US"/>
        </a:p>
      </dgm:t>
    </dgm:pt>
    <dgm:pt modelId="{BBA760F4-B806-45E9-872F-8FC3F0720F41}" type="parTrans" cxnId="{0C8B152B-5DCC-48EB-9E05-6D75A0073F60}">
      <dgm:prSet/>
      <dgm:spPr/>
      <dgm:t>
        <a:bodyPr/>
        <a:lstStyle/>
        <a:p>
          <a:endParaRPr lang="en-US"/>
        </a:p>
      </dgm:t>
    </dgm:pt>
    <dgm:pt modelId="{75CD24F1-102F-4849-B138-D2B8F53399A3}" type="sibTrans" cxnId="{0C8B152B-5DCC-48EB-9E05-6D75A0073F60}">
      <dgm:prSet/>
      <dgm:spPr/>
      <dgm:t>
        <a:bodyPr/>
        <a:lstStyle/>
        <a:p>
          <a:endParaRPr lang="en-US"/>
        </a:p>
      </dgm:t>
    </dgm:pt>
    <dgm:pt modelId="{99F8A92E-3A84-4F81-A225-1AE1F557003E}">
      <dgm:prSet/>
      <dgm:spPr/>
      <dgm:t>
        <a:bodyPr/>
        <a:lstStyle/>
        <a:p>
          <a:r>
            <a:rPr lang="en-DE" b="0" i="0" baseline="0"/>
            <a:t>css/ und js/: Verzeichnisse für benutzerdefinierte CSS- und JS-Dateien (falls erforderlich).</a:t>
          </a:r>
          <a:endParaRPr lang="en-US"/>
        </a:p>
      </dgm:t>
    </dgm:pt>
    <dgm:pt modelId="{0A69DF09-AE81-46C1-9D2C-E0AE9B47728A}" type="parTrans" cxnId="{2579821B-A384-46FF-BC35-CA5E95E8DA32}">
      <dgm:prSet/>
      <dgm:spPr/>
      <dgm:t>
        <a:bodyPr/>
        <a:lstStyle/>
        <a:p>
          <a:endParaRPr lang="en-US"/>
        </a:p>
      </dgm:t>
    </dgm:pt>
    <dgm:pt modelId="{BB3EE231-2F46-470B-9298-7FBF13529F5C}" type="sibTrans" cxnId="{2579821B-A384-46FF-BC35-CA5E95E8DA32}">
      <dgm:prSet/>
      <dgm:spPr/>
      <dgm:t>
        <a:bodyPr/>
        <a:lstStyle/>
        <a:p>
          <a:endParaRPr lang="en-US"/>
        </a:p>
      </dgm:t>
    </dgm:pt>
    <dgm:pt modelId="{DC209E4E-BABC-4BC0-8D8F-359820B1B5DC}" type="pres">
      <dgm:prSet presAssocID="{0622D3CB-5A29-43E4-8ED6-0A4EC4CF719A}" presName="linear" presStyleCnt="0">
        <dgm:presLayoutVars>
          <dgm:animLvl val="lvl"/>
          <dgm:resizeHandles val="exact"/>
        </dgm:presLayoutVars>
      </dgm:prSet>
      <dgm:spPr/>
    </dgm:pt>
    <dgm:pt modelId="{FA169164-0837-4186-AAA9-B0AEBC0A14F7}" type="pres">
      <dgm:prSet presAssocID="{4F8E756D-1917-44A2-8072-1BE16DECFE0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9A824B-4FEE-4724-BE61-E99E4D8DC7E0}" type="pres">
      <dgm:prSet presAssocID="{2C0BC41C-024D-4811-955B-F2FEFDBAC616}" presName="spacer" presStyleCnt="0"/>
      <dgm:spPr/>
    </dgm:pt>
    <dgm:pt modelId="{C06900B1-F6D5-4713-B51C-BE9F9E42FC0F}" type="pres">
      <dgm:prSet presAssocID="{1763CB84-6AC2-4493-BCC4-47AA40DF2DE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CCF2897-BBD8-44A9-A729-01AC0EA53F8E}" type="pres">
      <dgm:prSet presAssocID="{DCF67F07-80B5-4BD9-93C2-7EE31CD03320}" presName="spacer" presStyleCnt="0"/>
      <dgm:spPr/>
    </dgm:pt>
    <dgm:pt modelId="{77E8803A-6DCA-4013-833A-7BBFFDC98C4B}" type="pres">
      <dgm:prSet presAssocID="{EDBFBCE3-0512-431D-A3A1-F70C0A5B6D8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A8178A6-286B-4B88-8CF9-F6D9BF4ED396}" type="pres">
      <dgm:prSet presAssocID="{82737940-7FF8-4269-9CE1-18855A335023}" presName="spacer" presStyleCnt="0"/>
      <dgm:spPr/>
    </dgm:pt>
    <dgm:pt modelId="{611A5A97-0247-4BBF-A1D4-EE30CEC0AC95}" type="pres">
      <dgm:prSet presAssocID="{71BBE5B3-2CB7-476E-BD11-264A02984F2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23FD578-424F-400B-B0FC-1A4D6E29D89C}" type="pres">
      <dgm:prSet presAssocID="{846C5251-5BC7-456C-8FE9-E4E10F84B0FD}" presName="spacer" presStyleCnt="0"/>
      <dgm:spPr/>
    </dgm:pt>
    <dgm:pt modelId="{40878D85-257D-41DF-8A9A-A6C6928EFCB7}" type="pres">
      <dgm:prSet presAssocID="{4EDF6750-BCED-4B17-9718-73B9DF0C02B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936174-FA60-49E4-9799-C19129187E34}" type="pres">
      <dgm:prSet presAssocID="{75CD24F1-102F-4849-B138-D2B8F53399A3}" presName="spacer" presStyleCnt="0"/>
      <dgm:spPr/>
    </dgm:pt>
    <dgm:pt modelId="{8CD92C78-D7DC-427A-815C-41D7A862826C}" type="pres">
      <dgm:prSet presAssocID="{99F8A92E-3A84-4F81-A225-1AE1F557003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00900E-9082-4612-AD38-FA70691C9454}" type="presOf" srcId="{99F8A92E-3A84-4F81-A225-1AE1F557003E}" destId="{8CD92C78-D7DC-427A-815C-41D7A862826C}" srcOrd="0" destOrd="0" presId="urn:microsoft.com/office/officeart/2005/8/layout/vList2"/>
    <dgm:cxn modelId="{2579821B-A384-46FF-BC35-CA5E95E8DA32}" srcId="{0622D3CB-5A29-43E4-8ED6-0A4EC4CF719A}" destId="{99F8A92E-3A84-4F81-A225-1AE1F557003E}" srcOrd="5" destOrd="0" parTransId="{0A69DF09-AE81-46C1-9D2C-E0AE9B47728A}" sibTransId="{BB3EE231-2F46-470B-9298-7FBF13529F5C}"/>
    <dgm:cxn modelId="{46DDF71E-24C2-4DA4-9F46-0AC786229D68}" type="presOf" srcId="{0622D3CB-5A29-43E4-8ED6-0A4EC4CF719A}" destId="{DC209E4E-BABC-4BC0-8D8F-359820B1B5DC}" srcOrd="0" destOrd="0" presId="urn:microsoft.com/office/officeart/2005/8/layout/vList2"/>
    <dgm:cxn modelId="{0C8B152B-5DCC-48EB-9E05-6D75A0073F60}" srcId="{0622D3CB-5A29-43E4-8ED6-0A4EC4CF719A}" destId="{4EDF6750-BCED-4B17-9718-73B9DF0C02B0}" srcOrd="4" destOrd="0" parTransId="{BBA760F4-B806-45E9-872F-8FC3F0720F41}" sibTransId="{75CD24F1-102F-4849-B138-D2B8F53399A3}"/>
    <dgm:cxn modelId="{0EF7B363-CDDF-43A5-A014-468775193CE9}" type="presOf" srcId="{4EDF6750-BCED-4B17-9718-73B9DF0C02B0}" destId="{40878D85-257D-41DF-8A9A-A6C6928EFCB7}" srcOrd="0" destOrd="0" presId="urn:microsoft.com/office/officeart/2005/8/layout/vList2"/>
    <dgm:cxn modelId="{11D5054A-2C6E-476D-A069-1FD23C23B8FC}" type="presOf" srcId="{71BBE5B3-2CB7-476E-BD11-264A02984F26}" destId="{611A5A97-0247-4BBF-A1D4-EE30CEC0AC95}" srcOrd="0" destOrd="0" presId="urn:microsoft.com/office/officeart/2005/8/layout/vList2"/>
    <dgm:cxn modelId="{346BFF85-F7FC-4CCC-B53B-32E8BC4DE1CB}" srcId="{0622D3CB-5A29-43E4-8ED6-0A4EC4CF719A}" destId="{71BBE5B3-2CB7-476E-BD11-264A02984F26}" srcOrd="3" destOrd="0" parTransId="{5E14EC66-AB5D-4D31-B6F7-233DBE20EE19}" sibTransId="{846C5251-5BC7-456C-8FE9-E4E10F84B0FD}"/>
    <dgm:cxn modelId="{620D5B86-ACAA-4BD7-B219-DD1B4BB5DCD8}" type="presOf" srcId="{1763CB84-6AC2-4493-BCC4-47AA40DF2DE4}" destId="{C06900B1-F6D5-4713-B51C-BE9F9E42FC0F}" srcOrd="0" destOrd="0" presId="urn:microsoft.com/office/officeart/2005/8/layout/vList2"/>
    <dgm:cxn modelId="{2A55B19E-C873-4A52-B8D8-FCC0F9A794A4}" srcId="{0622D3CB-5A29-43E4-8ED6-0A4EC4CF719A}" destId="{4F8E756D-1917-44A2-8072-1BE16DECFE09}" srcOrd="0" destOrd="0" parTransId="{A6E07AA9-484D-46E3-9956-8DC881F95CC9}" sibTransId="{2C0BC41C-024D-4811-955B-F2FEFDBAC616}"/>
    <dgm:cxn modelId="{656C68B3-3029-4D24-A79E-C6555ED52EAE}" srcId="{0622D3CB-5A29-43E4-8ED6-0A4EC4CF719A}" destId="{1763CB84-6AC2-4493-BCC4-47AA40DF2DE4}" srcOrd="1" destOrd="0" parTransId="{BD20BFF5-E68F-4905-BF6D-CBD78251A4A5}" sibTransId="{DCF67F07-80B5-4BD9-93C2-7EE31CD03320}"/>
    <dgm:cxn modelId="{9900BEE5-9884-4636-9CAE-BA3D3CC94423}" type="presOf" srcId="{EDBFBCE3-0512-431D-A3A1-F70C0A5B6D81}" destId="{77E8803A-6DCA-4013-833A-7BBFFDC98C4B}" srcOrd="0" destOrd="0" presId="urn:microsoft.com/office/officeart/2005/8/layout/vList2"/>
    <dgm:cxn modelId="{5E5562E8-AED4-468C-8935-85E032DB8EBA}" type="presOf" srcId="{4F8E756D-1917-44A2-8072-1BE16DECFE09}" destId="{FA169164-0837-4186-AAA9-B0AEBC0A14F7}" srcOrd="0" destOrd="0" presId="urn:microsoft.com/office/officeart/2005/8/layout/vList2"/>
    <dgm:cxn modelId="{E6C1D3F3-6811-420A-805B-F5D1E241B487}" srcId="{0622D3CB-5A29-43E4-8ED6-0A4EC4CF719A}" destId="{EDBFBCE3-0512-431D-A3A1-F70C0A5B6D81}" srcOrd="2" destOrd="0" parTransId="{09BBFA5B-AE06-47CB-BFF5-9DC18ADBF1F6}" sibTransId="{82737940-7FF8-4269-9CE1-18855A335023}"/>
    <dgm:cxn modelId="{A8D5BDA0-EEC0-4634-96C9-A4F751FDD1A3}" type="presParOf" srcId="{DC209E4E-BABC-4BC0-8D8F-359820B1B5DC}" destId="{FA169164-0837-4186-AAA9-B0AEBC0A14F7}" srcOrd="0" destOrd="0" presId="urn:microsoft.com/office/officeart/2005/8/layout/vList2"/>
    <dgm:cxn modelId="{06E0D63F-9984-4B4E-92CD-CF7191B93657}" type="presParOf" srcId="{DC209E4E-BABC-4BC0-8D8F-359820B1B5DC}" destId="{9F9A824B-4FEE-4724-BE61-E99E4D8DC7E0}" srcOrd="1" destOrd="0" presId="urn:microsoft.com/office/officeart/2005/8/layout/vList2"/>
    <dgm:cxn modelId="{B6238CCA-4F2D-447C-BF9F-04C3D3A15295}" type="presParOf" srcId="{DC209E4E-BABC-4BC0-8D8F-359820B1B5DC}" destId="{C06900B1-F6D5-4713-B51C-BE9F9E42FC0F}" srcOrd="2" destOrd="0" presId="urn:microsoft.com/office/officeart/2005/8/layout/vList2"/>
    <dgm:cxn modelId="{F3DF4318-69F3-43F0-A4FA-7D61ED7B0917}" type="presParOf" srcId="{DC209E4E-BABC-4BC0-8D8F-359820B1B5DC}" destId="{5CCF2897-BBD8-44A9-A729-01AC0EA53F8E}" srcOrd="3" destOrd="0" presId="urn:microsoft.com/office/officeart/2005/8/layout/vList2"/>
    <dgm:cxn modelId="{D4236C06-7584-4893-B02D-A1C0F9C75A22}" type="presParOf" srcId="{DC209E4E-BABC-4BC0-8D8F-359820B1B5DC}" destId="{77E8803A-6DCA-4013-833A-7BBFFDC98C4B}" srcOrd="4" destOrd="0" presId="urn:microsoft.com/office/officeart/2005/8/layout/vList2"/>
    <dgm:cxn modelId="{44A44377-F3AE-47B8-BDEA-94728BC2E750}" type="presParOf" srcId="{DC209E4E-BABC-4BC0-8D8F-359820B1B5DC}" destId="{6A8178A6-286B-4B88-8CF9-F6D9BF4ED396}" srcOrd="5" destOrd="0" presId="urn:microsoft.com/office/officeart/2005/8/layout/vList2"/>
    <dgm:cxn modelId="{B0A42CBF-7901-418D-9B3D-9B715ED90569}" type="presParOf" srcId="{DC209E4E-BABC-4BC0-8D8F-359820B1B5DC}" destId="{611A5A97-0247-4BBF-A1D4-EE30CEC0AC95}" srcOrd="6" destOrd="0" presId="urn:microsoft.com/office/officeart/2005/8/layout/vList2"/>
    <dgm:cxn modelId="{A1A50FDB-C066-401D-A427-635C39F4907F}" type="presParOf" srcId="{DC209E4E-BABC-4BC0-8D8F-359820B1B5DC}" destId="{B23FD578-424F-400B-B0FC-1A4D6E29D89C}" srcOrd="7" destOrd="0" presId="urn:microsoft.com/office/officeart/2005/8/layout/vList2"/>
    <dgm:cxn modelId="{B07A201D-537A-4B20-81BC-5D87D7AD5168}" type="presParOf" srcId="{DC209E4E-BABC-4BC0-8D8F-359820B1B5DC}" destId="{40878D85-257D-41DF-8A9A-A6C6928EFCB7}" srcOrd="8" destOrd="0" presId="urn:microsoft.com/office/officeart/2005/8/layout/vList2"/>
    <dgm:cxn modelId="{C33B5338-9A3F-4902-8500-D471AD48BBED}" type="presParOf" srcId="{DC209E4E-BABC-4BC0-8D8F-359820B1B5DC}" destId="{AA936174-FA60-49E4-9799-C19129187E34}" srcOrd="9" destOrd="0" presId="urn:microsoft.com/office/officeart/2005/8/layout/vList2"/>
    <dgm:cxn modelId="{2597FB69-58CB-4414-82F0-55920F02922D}" type="presParOf" srcId="{DC209E4E-BABC-4BC0-8D8F-359820B1B5DC}" destId="{8CD92C78-D7DC-427A-815C-41D7A862826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8DF738-0778-48D5-87CD-4B4C12CB5D2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595005-B9F9-4BA0-879F-6DDEFE3479F6}">
      <dgm:prSet/>
      <dgm:spPr/>
      <dgm:t>
        <a:bodyPr/>
        <a:lstStyle/>
        <a:p>
          <a:r>
            <a:rPr lang="de-DE" b="1"/>
            <a:t>navbar.php</a:t>
          </a:r>
          <a:r>
            <a:rPr lang="de-DE"/>
            <a:t>:Enthält HTML und Bootstrap-Klassen für eine responsive Navigationsleiste.</a:t>
          </a:r>
          <a:endParaRPr lang="en-US"/>
        </a:p>
      </dgm:t>
    </dgm:pt>
    <dgm:pt modelId="{02C5677A-44F1-4CBA-B2EC-AFBF6FCD4693}" type="parTrans" cxnId="{F401EFD8-403F-4DB6-8811-76CF1408664B}">
      <dgm:prSet/>
      <dgm:spPr/>
      <dgm:t>
        <a:bodyPr/>
        <a:lstStyle/>
        <a:p>
          <a:endParaRPr lang="en-US"/>
        </a:p>
      </dgm:t>
    </dgm:pt>
    <dgm:pt modelId="{A19F15D0-C261-485F-8562-6A095DF54752}" type="sibTrans" cxnId="{F401EFD8-403F-4DB6-8811-76CF1408664B}">
      <dgm:prSet/>
      <dgm:spPr/>
      <dgm:t>
        <a:bodyPr/>
        <a:lstStyle/>
        <a:p>
          <a:endParaRPr lang="en-US"/>
        </a:p>
      </dgm:t>
    </dgm:pt>
    <dgm:pt modelId="{023D92C3-5A55-4BCC-80DB-47AAEDB2490B}">
      <dgm:prSet/>
      <dgm:spPr/>
      <dgm:t>
        <a:bodyPr/>
        <a:lstStyle/>
        <a:p>
          <a:r>
            <a:rPr lang="de-DE"/>
            <a:t>Kann Links zu verschiedenen Seiten oder Abschnitten enthalten.</a:t>
          </a:r>
          <a:endParaRPr lang="en-US"/>
        </a:p>
      </dgm:t>
    </dgm:pt>
    <dgm:pt modelId="{1580CF7B-DB89-4FED-B399-203C530A78E9}" type="parTrans" cxnId="{799618DA-FFDB-4DAB-A4E8-7DF73E8CE1A2}">
      <dgm:prSet/>
      <dgm:spPr/>
      <dgm:t>
        <a:bodyPr/>
        <a:lstStyle/>
        <a:p>
          <a:endParaRPr lang="en-US"/>
        </a:p>
      </dgm:t>
    </dgm:pt>
    <dgm:pt modelId="{6623B699-EE6F-41C0-A242-06B9ACCBAA6B}" type="sibTrans" cxnId="{799618DA-FFDB-4DAB-A4E8-7DF73E8CE1A2}">
      <dgm:prSet/>
      <dgm:spPr/>
      <dgm:t>
        <a:bodyPr/>
        <a:lstStyle/>
        <a:p>
          <a:endParaRPr lang="en-US"/>
        </a:p>
      </dgm:t>
    </dgm:pt>
    <dgm:pt modelId="{F2726FC4-3D52-49C9-B019-4A61323594CE}" type="pres">
      <dgm:prSet presAssocID="{258DF738-0778-48D5-87CD-4B4C12CB5D21}" presName="outerComposite" presStyleCnt="0">
        <dgm:presLayoutVars>
          <dgm:chMax val="5"/>
          <dgm:dir/>
          <dgm:resizeHandles val="exact"/>
        </dgm:presLayoutVars>
      </dgm:prSet>
      <dgm:spPr/>
    </dgm:pt>
    <dgm:pt modelId="{35C38445-BEC0-44CF-8945-D6A2EEBBE648}" type="pres">
      <dgm:prSet presAssocID="{258DF738-0778-48D5-87CD-4B4C12CB5D21}" presName="dummyMaxCanvas" presStyleCnt="0">
        <dgm:presLayoutVars/>
      </dgm:prSet>
      <dgm:spPr/>
    </dgm:pt>
    <dgm:pt modelId="{DC57B613-5853-4F7F-8ECB-DA45C9888082}" type="pres">
      <dgm:prSet presAssocID="{258DF738-0778-48D5-87CD-4B4C12CB5D21}" presName="TwoNodes_1" presStyleLbl="node1" presStyleIdx="0" presStyleCnt="2">
        <dgm:presLayoutVars>
          <dgm:bulletEnabled val="1"/>
        </dgm:presLayoutVars>
      </dgm:prSet>
      <dgm:spPr/>
    </dgm:pt>
    <dgm:pt modelId="{453C22C3-7284-49BF-95E5-78A7210A9C6C}" type="pres">
      <dgm:prSet presAssocID="{258DF738-0778-48D5-87CD-4B4C12CB5D21}" presName="TwoNodes_2" presStyleLbl="node1" presStyleIdx="1" presStyleCnt="2">
        <dgm:presLayoutVars>
          <dgm:bulletEnabled val="1"/>
        </dgm:presLayoutVars>
      </dgm:prSet>
      <dgm:spPr/>
    </dgm:pt>
    <dgm:pt modelId="{FEB95F41-B2D5-4D3E-B499-51D02944A795}" type="pres">
      <dgm:prSet presAssocID="{258DF738-0778-48D5-87CD-4B4C12CB5D21}" presName="TwoConn_1-2" presStyleLbl="fgAccFollowNode1" presStyleIdx="0" presStyleCnt="1">
        <dgm:presLayoutVars>
          <dgm:bulletEnabled val="1"/>
        </dgm:presLayoutVars>
      </dgm:prSet>
      <dgm:spPr/>
    </dgm:pt>
    <dgm:pt modelId="{0AD971E7-A976-4320-8CE6-C61F4355B34C}" type="pres">
      <dgm:prSet presAssocID="{258DF738-0778-48D5-87CD-4B4C12CB5D21}" presName="TwoNodes_1_text" presStyleLbl="node1" presStyleIdx="1" presStyleCnt="2">
        <dgm:presLayoutVars>
          <dgm:bulletEnabled val="1"/>
        </dgm:presLayoutVars>
      </dgm:prSet>
      <dgm:spPr/>
    </dgm:pt>
    <dgm:pt modelId="{78B9E994-8C96-4CD1-AB66-AE1AAE4103D3}" type="pres">
      <dgm:prSet presAssocID="{258DF738-0778-48D5-87CD-4B4C12CB5D21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E3794D1C-CA1B-4B8B-9616-E69FC46C9F12}" type="presOf" srcId="{258DF738-0778-48D5-87CD-4B4C12CB5D21}" destId="{F2726FC4-3D52-49C9-B019-4A61323594CE}" srcOrd="0" destOrd="0" presId="urn:microsoft.com/office/officeart/2005/8/layout/vProcess5"/>
    <dgm:cxn modelId="{248E4942-5708-4BFD-85E1-C4394E8AAD8C}" type="presOf" srcId="{A19F15D0-C261-485F-8562-6A095DF54752}" destId="{FEB95F41-B2D5-4D3E-B499-51D02944A795}" srcOrd="0" destOrd="0" presId="urn:microsoft.com/office/officeart/2005/8/layout/vProcess5"/>
    <dgm:cxn modelId="{3609C269-E681-440B-B642-1328E1087125}" type="presOf" srcId="{023D92C3-5A55-4BCC-80DB-47AAEDB2490B}" destId="{78B9E994-8C96-4CD1-AB66-AE1AAE4103D3}" srcOrd="1" destOrd="0" presId="urn:microsoft.com/office/officeart/2005/8/layout/vProcess5"/>
    <dgm:cxn modelId="{97215754-0547-4AF2-A3D0-F1B77E815429}" type="presOf" srcId="{62595005-B9F9-4BA0-879F-6DDEFE3479F6}" destId="{0AD971E7-A976-4320-8CE6-C61F4355B34C}" srcOrd="1" destOrd="0" presId="urn:microsoft.com/office/officeart/2005/8/layout/vProcess5"/>
    <dgm:cxn modelId="{9BB79659-8D9D-4D94-BA22-58AE81AEB0AB}" type="presOf" srcId="{62595005-B9F9-4BA0-879F-6DDEFE3479F6}" destId="{DC57B613-5853-4F7F-8ECB-DA45C9888082}" srcOrd="0" destOrd="0" presId="urn:microsoft.com/office/officeart/2005/8/layout/vProcess5"/>
    <dgm:cxn modelId="{F401EFD8-403F-4DB6-8811-76CF1408664B}" srcId="{258DF738-0778-48D5-87CD-4B4C12CB5D21}" destId="{62595005-B9F9-4BA0-879F-6DDEFE3479F6}" srcOrd="0" destOrd="0" parTransId="{02C5677A-44F1-4CBA-B2EC-AFBF6FCD4693}" sibTransId="{A19F15D0-C261-485F-8562-6A095DF54752}"/>
    <dgm:cxn modelId="{799618DA-FFDB-4DAB-A4E8-7DF73E8CE1A2}" srcId="{258DF738-0778-48D5-87CD-4B4C12CB5D21}" destId="{023D92C3-5A55-4BCC-80DB-47AAEDB2490B}" srcOrd="1" destOrd="0" parTransId="{1580CF7B-DB89-4FED-B399-203C530A78E9}" sibTransId="{6623B699-EE6F-41C0-A242-06B9ACCBAA6B}"/>
    <dgm:cxn modelId="{23C1ABF3-EDF6-4CE1-AD19-9BA0155B3874}" type="presOf" srcId="{023D92C3-5A55-4BCC-80DB-47AAEDB2490B}" destId="{453C22C3-7284-49BF-95E5-78A7210A9C6C}" srcOrd="0" destOrd="0" presId="urn:microsoft.com/office/officeart/2005/8/layout/vProcess5"/>
    <dgm:cxn modelId="{B4EDBB4F-61A3-4C35-B3C7-DA67EB9AE463}" type="presParOf" srcId="{F2726FC4-3D52-49C9-B019-4A61323594CE}" destId="{35C38445-BEC0-44CF-8945-D6A2EEBBE648}" srcOrd="0" destOrd="0" presId="urn:microsoft.com/office/officeart/2005/8/layout/vProcess5"/>
    <dgm:cxn modelId="{C52EA9BC-BEFF-44C4-BEA9-292C8DD11D06}" type="presParOf" srcId="{F2726FC4-3D52-49C9-B019-4A61323594CE}" destId="{DC57B613-5853-4F7F-8ECB-DA45C9888082}" srcOrd="1" destOrd="0" presId="urn:microsoft.com/office/officeart/2005/8/layout/vProcess5"/>
    <dgm:cxn modelId="{3C67993B-E1CB-4662-9022-EC8A6D5FA619}" type="presParOf" srcId="{F2726FC4-3D52-49C9-B019-4A61323594CE}" destId="{453C22C3-7284-49BF-95E5-78A7210A9C6C}" srcOrd="2" destOrd="0" presId="urn:microsoft.com/office/officeart/2005/8/layout/vProcess5"/>
    <dgm:cxn modelId="{E4D9718E-C65D-42D6-AE5E-DEFB355A97F5}" type="presParOf" srcId="{F2726FC4-3D52-49C9-B019-4A61323594CE}" destId="{FEB95F41-B2D5-4D3E-B499-51D02944A795}" srcOrd="3" destOrd="0" presId="urn:microsoft.com/office/officeart/2005/8/layout/vProcess5"/>
    <dgm:cxn modelId="{F4D23EFE-121B-4347-BB03-35FC42D70710}" type="presParOf" srcId="{F2726FC4-3D52-49C9-B019-4A61323594CE}" destId="{0AD971E7-A976-4320-8CE6-C61F4355B34C}" srcOrd="4" destOrd="0" presId="urn:microsoft.com/office/officeart/2005/8/layout/vProcess5"/>
    <dgm:cxn modelId="{B925B8ED-1349-4276-A3A5-86BAE4586FC3}" type="presParOf" srcId="{F2726FC4-3D52-49C9-B019-4A61323594CE}" destId="{78B9E994-8C96-4CD1-AB66-AE1AAE4103D3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EF4885-EE2C-4960-A3F0-69562C98466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0F1DE8-7793-414B-AD1D-F3326BD9A335}">
      <dgm:prSet/>
      <dgm:spPr/>
      <dgm:t>
        <a:bodyPr/>
        <a:lstStyle/>
        <a:p>
          <a:r>
            <a:rPr lang="en-DE" b="1" i="0" baseline="0"/>
            <a:t>Verwendung von require_once</a:t>
          </a:r>
          <a:r>
            <a:rPr lang="en-DE" b="0" i="0" baseline="0"/>
            <a:t>:</a:t>
          </a:r>
          <a:endParaRPr lang="en-US"/>
        </a:p>
      </dgm:t>
    </dgm:pt>
    <dgm:pt modelId="{B794FB09-6DAA-4572-A703-6629C8B1628C}" type="parTrans" cxnId="{C0A969B0-4052-43B7-A499-69C5157C9793}">
      <dgm:prSet/>
      <dgm:spPr/>
      <dgm:t>
        <a:bodyPr/>
        <a:lstStyle/>
        <a:p>
          <a:endParaRPr lang="en-US"/>
        </a:p>
      </dgm:t>
    </dgm:pt>
    <dgm:pt modelId="{41E6DDD3-8769-4E74-ADF1-2544F0010B6A}" type="sibTrans" cxnId="{C0A969B0-4052-43B7-A499-69C5157C979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F95D293-0267-4DAA-900A-904191E651CF}">
      <dgm:prSet/>
      <dgm:spPr/>
      <dgm:t>
        <a:bodyPr/>
        <a:lstStyle/>
        <a:p>
          <a:r>
            <a:rPr lang="en-DE" b="0" i="0" baseline="0"/>
            <a:t>Stellt sicher, dass jede Datei nur einmal im Skript eingebunden wird.</a:t>
          </a:r>
          <a:endParaRPr lang="en-US"/>
        </a:p>
      </dgm:t>
    </dgm:pt>
    <dgm:pt modelId="{CE4B1D9F-8839-4658-A6B7-0066CE3643E2}" type="parTrans" cxnId="{735A2221-4E6F-4CF4-BBFC-04D6CE3C13E1}">
      <dgm:prSet/>
      <dgm:spPr/>
      <dgm:t>
        <a:bodyPr/>
        <a:lstStyle/>
        <a:p>
          <a:endParaRPr lang="en-US"/>
        </a:p>
      </dgm:t>
    </dgm:pt>
    <dgm:pt modelId="{407A13AD-C190-4F5A-880B-E76BADDA9242}" type="sibTrans" cxnId="{735A2221-4E6F-4CF4-BBFC-04D6CE3C13E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2B93D85-7B7E-4818-8066-4AFD10710734}">
      <dgm:prSet/>
      <dgm:spPr/>
      <dgm:t>
        <a:bodyPr/>
        <a:lstStyle/>
        <a:p>
          <a:r>
            <a:rPr lang="en-DE" b="0" i="0" baseline="0"/>
            <a:t>Verringert Redundanz und sorgt für Konsistenz im Layout.</a:t>
          </a:r>
          <a:endParaRPr lang="en-US"/>
        </a:p>
      </dgm:t>
    </dgm:pt>
    <dgm:pt modelId="{12F8EE8D-D1FE-4DA1-9511-9C01E406D7C2}" type="parTrans" cxnId="{21F4F7A1-36EB-4FCC-A0B1-AD3965DA7E7C}">
      <dgm:prSet/>
      <dgm:spPr/>
      <dgm:t>
        <a:bodyPr/>
        <a:lstStyle/>
        <a:p>
          <a:endParaRPr lang="en-US"/>
        </a:p>
      </dgm:t>
    </dgm:pt>
    <dgm:pt modelId="{DDAAC10C-0F4A-4492-952E-93DD95A0B1C4}" type="sibTrans" cxnId="{21F4F7A1-36EB-4FCC-A0B1-AD3965DA7E7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F436CC3-716F-40F0-84F8-43721180867F}" type="pres">
      <dgm:prSet presAssocID="{A7EF4885-EE2C-4960-A3F0-69562C984661}" presName="Name0" presStyleCnt="0">
        <dgm:presLayoutVars>
          <dgm:animLvl val="lvl"/>
          <dgm:resizeHandles val="exact"/>
        </dgm:presLayoutVars>
      </dgm:prSet>
      <dgm:spPr/>
    </dgm:pt>
    <dgm:pt modelId="{3145FEC2-398C-473D-9A05-19FA399FDB65}" type="pres">
      <dgm:prSet presAssocID="{0C0F1DE8-7793-414B-AD1D-F3326BD9A335}" presName="compositeNode" presStyleCnt="0">
        <dgm:presLayoutVars>
          <dgm:bulletEnabled val="1"/>
        </dgm:presLayoutVars>
      </dgm:prSet>
      <dgm:spPr/>
    </dgm:pt>
    <dgm:pt modelId="{5CEFAA0C-F4AE-452B-A2FA-2CF5D94DE33E}" type="pres">
      <dgm:prSet presAssocID="{0C0F1DE8-7793-414B-AD1D-F3326BD9A335}" presName="bgRect" presStyleLbl="bgAccFollowNode1" presStyleIdx="0" presStyleCnt="3"/>
      <dgm:spPr/>
    </dgm:pt>
    <dgm:pt modelId="{CA478B4D-5EF8-4B65-A79E-FF7157C8ADE7}" type="pres">
      <dgm:prSet presAssocID="{41E6DDD3-8769-4E74-ADF1-2544F0010B6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FDE5583-C3F8-4028-9E72-9D10C9D0AA16}" type="pres">
      <dgm:prSet presAssocID="{0C0F1DE8-7793-414B-AD1D-F3326BD9A335}" presName="bottomLine" presStyleLbl="alignNode1" presStyleIdx="1" presStyleCnt="6">
        <dgm:presLayoutVars/>
      </dgm:prSet>
      <dgm:spPr/>
    </dgm:pt>
    <dgm:pt modelId="{3415C17C-9ADF-4588-AF49-47A5F89B24A1}" type="pres">
      <dgm:prSet presAssocID="{0C0F1DE8-7793-414B-AD1D-F3326BD9A335}" presName="nodeText" presStyleLbl="bgAccFollowNode1" presStyleIdx="0" presStyleCnt="3">
        <dgm:presLayoutVars>
          <dgm:bulletEnabled val="1"/>
        </dgm:presLayoutVars>
      </dgm:prSet>
      <dgm:spPr/>
    </dgm:pt>
    <dgm:pt modelId="{3C9E98CE-7010-4228-9521-FF373A00E39D}" type="pres">
      <dgm:prSet presAssocID="{41E6DDD3-8769-4E74-ADF1-2544F0010B6A}" presName="sibTrans" presStyleCnt="0"/>
      <dgm:spPr/>
    </dgm:pt>
    <dgm:pt modelId="{775AAEFF-D925-468A-A538-9AD291D1DFBB}" type="pres">
      <dgm:prSet presAssocID="{5F95D293-0267-4DAA-900A-904191E651CF}" presName="compositeNode" presStyleCnt="0">
        <dgm:presLayoutVars>
          <dgm:bulletEnabled val="1"/>
        </dgm:presLayoutVars>
      </dgm:prSet>
      <dgm:spPr/>
    </dgm:pt>
    <dgm:pt modelId="{0F447211-A0C0-4E32-ABAB-00F9AC3A36F4}" type="pres">
      <dgm:prSet presAssocID="{5F95D293-0267-4DAA-900A-904191E651CF}" presName="bgRect" presStyleLbl="bgAccFollowNode1" presStyleIdx="1" presStyleCnt="3"/>
      <dgm:spPr/>
    </dgm:pt>
    <dgm:pt modelId="{6EA85E5F-C1E8-450F-A30D-930BACC334DA}" type="pres">
      <dgm:prSet presAssocID="{407A13AD-C190-4F5A-880B-E76BADDA9242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02C6CB3-EEAD-4A7A-A74B-9E4321A587B2}" type="pres">
      <dgm:prSet presAssocID="{5F95D293-0267-4DAA-900A-904191E651CF}" presName="bottomLine" presStyleLbl="alignNode1" presStyleIdx="3" presStyleCnt="6">
        <dgm:presLayoutVars/>
      </dgm:prSet>
      <dgm:spPr/>
    </dgm:pt>
    <dgm:pt modelId="{31D6C47E-AF0A-4195-976F-BFA9F184C294}" type="pres">
      <dgm:prSet presAssocID="{5F95D293-0267-4DAA-900A-904191E651CF}" presName="nodeText" presStyleLbl="bgAccFollowNode1" presStyleIdx="1" presStyleCnt="3">
        <dgm:presLayoutVars>
          <dgm:bulletEnabled val="1"/>
        </dgm:presLayoutVars>
      </dgm:prSet>
      <dgm:spPr/>
    </dgm:pt>
    <dgm:pt modelId="{F35A5D75-7503-4DE5-A2CA-4A641D1C7C3F}" type="pres">
      <dgm:prSet presAssocID="{407A13AD-C190-4F5A-880B-E76BADDA9242}" presName="sibTrans" presStyleCnt="0"/>
      <dgm:spPr/>
    </dgm:pt>
    <dgm:pt modelId="{856E96AE-30A8-4B34-966C-67B95FFD417D}" type="pres">
      <dgm:prSet presAssocID="{C2B93D85-7B7E-4818-8066-4AFD10710734}" presName="compositeNode" presStyleCnt="0">
        <dgm:presLayoutVars>
          <dgm:bulletEnabled val="1"/>
        </dgm:presLayoutVars>
      </dgm:prSet>
      <dgm:spPr/>
    </dgm:pt>
    <dgm:pt modelId="{5104EFD9-440B-4B6F-A454-E54EB3FD296D}" type="pres">
      <dgm:prSet presAssocID="{C2B93D85-7B7E-4818-8066-4AFD10710734}" presName="bgRect" presStyleLbl="bgAccFollowNode1" presStyleIdx="2" presStyleCnt="3"/>
      <dgm:spPr/>
    </dgm:pt>
    <dgm:pt modelId="{F60E444F-7124-4DEC-82A4-19BB86FB5A53}" type="pres">
      <dgm:prSet presAssocID="{DDAAC10C-0F4A-4492-952E-93DD95A0B1C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6A8A44C-6158-43B4-A4EB-2F6E50C166C3}" type="pres">
      <dgm:prSet presAssocID="{C2B93D85-7B7E-4818-8066-4AFD10710734}" presName="bottomLine" presStyleLbl="alignNode1" presStyleIdx="5" presStyleCnt="6">
        <dgm:presLayoutVars/>
      </dgm:prSet>
      <dgm:spPr/>
    </dgm:pt>
    <dgm:pt modelId="{D59A4C42-DF6A-49CF-8BBE-BE54A848AED1}" type="pres">
      <dgm:prSet presAssocID="{C2B93D85-7B7E-4818-8066-4AFD1071073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35A2221-4E6F-4CF4-BBFC-04D6CE3C13E1}" srcId="{A7EF4885-EE2C-4960-A3F0-69562C984661}" destId="{5F95D293-0267-4DAA-900A-904191E651CF}" srcOrd="1" destOrd="0" parTransId="{CE4B1D9F-8839-4658-A6B7-0066CE3643E2}" sibTransId="{407A13AD-C190-4F5A-880B-E76BADDA9242}"/>
    <dgm:cxn modelId="{5AEC1031-C300-4931-8349-F8220C92B951}" type="presOf" srcId="{A7EF4885-EE2C-4960-A3F0-69562C984661}" destId="{5F436CC3-716F-40F0-84F8-43721180867F}" srcOrd="0" destOrd="0" presId="urn:microsoft.com/office/officeart/2016/7/layout/BasicLinearProcessNumbered"/>
    <dgm:cxn modelId="{5B1BE45B-9A30-42EB-9103-8289DF466EFC}" type="presOf" srcId="{DDAAC10C-0F4A-4492-952E-93DD95A0B1C4}" destId="{F60E444F-7124-4DEC-82A4-19BB86FB5A53}" srcOrd="0" destOrd="0" presId="urn:microsoft.com/office/officeart/2016/7/layout/BasicLinearProcessNumbered"/>
    <dgm:cxn modelId="{12F2BB55-6724-4608-8C1A-FD1C32048CFB}" type="presOf" srcId="{41E6DDD3-8769-4E74-ADF1-2544F0010B6A}" destId="{CA478B4D-5EF8-4B65-A79E-FF7157C8ADE7}" srcOrd="0" destOrd="0" presId="urn:microsoft.com/office/officeart/2016/7/layout/BasicLinearProcessNumbered"/>
    <dgm:cxn modelId="{F5F5DB78-CF19-4821-BE0B-F3653F499C8F}" type="presOf" srcId="{C2B93D85-7B7E-4818-8066-4AFD10710734}" destId="{5104EFD9-440B-4B6F-A454-E54EB3FD296D}" srcOrd="0" destOrd="0" presId="urn:microsoft.com/office/officeart/2016/7/layout/BasicLinearProcessNumbered"/>
    <dgm:cxn modelId="{5FF38A8C-AC83-46A0-B284-5F0D4A8977B5}" type="presOf" srcId="{0C0F1DE8-7793-414B-AD1D-F3326BD9A335}" destId="{5CEFAA0C-F4AE-452B-A2FA-2CF5D94DE33E}" srcOrd="0" destOrd="0" presId="urn:microsoft.com/office/officeart/2016/7/layout/BasicLinearProcessNumbered"/>
    <dgm:cxn modelId="{F0908A98-23F9-4477-859C-57904074D838}" type="presOf" srcId="{5F95D293-0267-4DAA-900A-904191E651CF}" destId="{31D6C47E-AF0A-4195-976F-BFA9F184C294}" srcOrd="1" destOrd="0" presId="urn:microsoft.com/office/officeart/2016/7/layout/BasicLinearProcessNumbered"/>
    <dgm:cxn modelId="{DBCA2699-2397-4570-808B-5684AD92B074}" type="presOf" srcId="{5F95D293-0267-4DAA-900A-904191E651CF}" destId="{0F447211-A0C0-4E32-ABAB-00F9AC3A36F4}" srcOrd="0" destOrd="0" presId="urn:microsoft.com/office/officeart/2016/7/layout/BasicLinearProcessNumbered"/>
    <dgm:cxn modelId="{B4DF4D9D-D525-4A6F-8F78-EC65848E7D9E}" type="presOf" srcId="{407A13AD-C190-4F5A-880B-E76BADDA9242}" destId="{6EA85E5F-C1E8-450F-A30D-930BACC334DA}" srcOrd="0" destOrd="0" presId="urn:microsoft.com/office/officeart/2016/7/layout/BasicLinearProcessNumbered"/>
    <dgm:cxn modelId="{21F4F7A1-36EB-4FCC-A0B1-AD3965DA7E7C}" srcId="{A7EF4885-EE2C-4960-A3F0-69562C984661}" destId="{C2B93D85-7B7E-4818-8066-4AFD10710734}" srcOrd="2" destOrd="0" parTransId="{12F8EE8D-D1FE-4DA1-9511-9C01E406D7C2}" sibTransId="{DDAAC10C-0F4A-4492-952E-93DD95A0B1C4}"/>
    <dgm:cxn modelId="{00BCC2A5-8BC7-4BBA-9446-FAD2927F4FAF}" type="presOf" srcId="{0C0F1DE8-7793-414B-AD1D-F3326BD9A335}" destId="{3415C17C-9ADF-4588-AF49-47A5F89B24A1}" srcOrd="1" destOrd="0" presId="urn:microsoft.com/office/officeart/2016/7/layout/BasicLinearProcessNumbered"/>
    <dgm:cxn modelId="{F771E1A5-E2D9-410F-A3B2-BA1C30E36093}" type="presOf" srcId="{C2B93D85-7B7E-4818-8066-4AFD10710734}" destId="{D59A4C42-DF6A-49CF-8BBE-BE54A848AED1}" srcOrd="1" destOrd="0" presId="urn:microsoft.com/office/officeart/2016/7/layout/BasicLinearProcessNumbered"/>
    <dgm:cxn modelId="{C0A969B0-4052-43B7-A499-69C5157C9793}" srcId="{A7EF4885-EE2C-4960-A3F0-69562C984661}" destId="{0C0F1DE8-7793-414B-AD1D-F3326BD9A335}" srcOrd="0" destOrd="0" parTransId="{B794FB09-6DAA-4572-A703-6629C8B1628C}" sibTransId="{41E6DDD3-8769-4E74-ADF1-2544F0010B6A}"/>
    <dgm:cxn modelId="{88E22012-2249-47E3-8FAD-06B9FBC73768}" type="presParOf" srcId="{5F436CC3-716F-40F0-84F8-43721180867F}" destId="{3145FEC2-398C-473D-9A05-19FA399FDB65}" srcOrd="0" destOrd="0" presId="urn:microsoft.com/office/officeart/2016/7/layout/BasicLinearProcessNumbered"/>
    <dgm:cxn modelId="{DDA3E04A-9C3B-42E7-8A9E-1818E3B96483}" type="presParOf" srcId="{3145FEC2-398C-473D-9A05-19FA399FDB65}" destId="{5CEFAA0C-F4AE-452B-A2FA-2CF5D94DE33E}" srcOrd="0" destOrd="0" presId="urn:microsoft.com/office/officeart/2016/7/layout/BasicLinearProcessNumbered"/>
    <dgm:cxn modelId="{CF58634E-FC2B-4C53-A7E9-0CF17DE97E56}" type="presParOf" srcId="{3145FEC2-398C-473D-9A05-19FA399FDB65}" destId="{CA478B4D-5EF8-4B65-A79E-FF7157C8ADE7}" srcOrd="1" destOrd="0" presId="urn:microsoft.com/office/officeart/2016/7/layout/BasicLinearProcessNumbered"/>
    <dgm:cxn modelId="{D7C9D702-6FAF-45A5-872F-BAB71D714A29}" type="presParOf" srcId="{3145FEC2-398C-473D-9A05-19FA399FDB65}" destId="{5FDE5583-C3F8-4028-9E72-9D10C9D0AA16}" srcOrd="2" destOrd="0" presId="urn:microsoft.com/office/officeart/2016/7/layout/BasicLinearProcessNumbered"/>
    <dgm:cxn modelId="{4AA46189-6323-4703-9DB0-7FD983E45B46}" type="presParOf" srcId="{3145FEC2-398C-473D-9A05-19FA399FDB65}" destId="{3415C17C-9ADF-4588-AF49-47A5F89B24A1}" srcOrd="3" destOrd="0" presId="urn:microsoft.com/office/officeart/2016/7/layout/BasicLinearProcessNumbered"/>
    <dgm:cxn modelId="{FACB93DD-C7CB-43D8-ACAF-65E3BC61E327}" type="presParOf" srcId="{5F436CC3-716F-40F0-84F8-43721180867F}" destId="{3C9E98CE-7010-4228-9521-FF373A00E39D}" srcOrd="1" destOrd="0" presId="urn:microsoft.com/office/officeart/2016/7/layout/BasicLinearProcessNumbered"/>
    <dgm:cxn modelId="{854BD468-9DE6-42D3-8FE0-26AEEE4A6459}" type="presParOf" srcId="{5F436CC3-716F-40F0-84F8-43721180867F}" destId="{775AAEFF-D925-468A-A538-9AD291D1DFBB}" srcOrd="2" destOrd="0" presId="urn:microsoft.com/office/officeart/2016/7/layout/BasicLinearProcessNumbered"/>
    <dgm:cxn modelId="{B54CF676-D064-47EC-A783-05EAA265DD33}" type="presParOf" srcId="{775AAEFF-D925-468A-A538-9AD291D1DFBB}" destId="{0F447211-A0C0-4E32-ABAB-00F9AC3A36F4}" srcOrd="0" destOrd="0" presId="urn:microsoft.com/office/officeart/2016/7/layout/BasicLinearProcessNumbered"/>
    <dgm:cxn modelId="{1218C4B2-E499-4F3E-8B5D-CC71140807F3}" type="presParOf" srcId="{775AAEFF-D925-468A-A538-9AD291D1DFBB}" destId="{6EA85E5F-C1E8-450F-A30D-930BACC334DA}" srcOrd="1" destOrd="0" presId="urn:microsoft.com/office/officeart/2016/7/layout/BasicLinearProcessNumbered"/>
    <dgm:cxn modelId="{A7809CF2-57DE-4635-8DFC-C68A6200D6B6}" type="presParOf" srcId="{775AAEFF-D925-468A-A538-9AD291D1DFBB}" destId="{802C6CB3-EEAD-4A7A-A74B-9E4321A587B2}" srcOrd="2" destOrd="0" presId="urn:microsoft.com/office/officeart/2016/7/layout/BasicLinearProcessNumbered"/>
    <dgm:cxn modelId="{A4DB457C-ED10-4431-90D5-B0767E7764B2}" type="presParOf" srcId="{775AAEFF-D925-468A-A538-9AD291D1DFBB}" destId="{31D6C47E-AF0A-4195-976F-BFA9F184C294}" srcOrd="3" destOrd="0" presId="urn:microsoft.com/office/officeart/2016/7/layout/BasicLinearProcessNumbered"/>
    <dgm:cxn modelId="{A191252F-E74E-479B-A9F8-C80F4A78D338}" type="presParOf" srcId="{5F436CC3-716F-40F0-84F8-43721180867F}" destId="{F35A5D75-7503-4DE5-A2CA-4A641D1C7C3F}" srcOrd="3" destOrd="0" presId="urn:microsoft.com/office/officeart/2016/7/layout/BasicLinearProcessNumbered"/>
    <dgm:cxn modelId="{DFA9A0F1-28BF-40A0-AB84-32D40210E5CF}" type="presParOf" srcId="{5F436CC3-716F-40F0-84F8-43721180867F}" destId="{856E96AE-30A8-4B34-966C-67B95FFD417D}" srcOrd="4" destOrd="0" presId="urn:microsoft.com/office/officeart/2016/7/layout/BasicLinearProcessNumbered"/>
    <dgm:cxn modelId="{8268F2FF-E2CD-4757-97FB-66F36F691E2E}" type="presParOf" srcId="{856E96AE-30A8-4B34-966C-67B95FFD417D}" destId="{5104EFD9-440B-4B6F-A454-E54EB3FD296D}" srcOrd="0" destOrd="0" presId="urn:microsoft.com/office/officeart/2016/7/layout/BasicLinearProcessNumbered"/>
    <dgm:cxn modelId="{56C4BAC7-B063-4405-9A28-CD1C54B15653}" type="presParOf" srcId="{856E96AE-30A8-4B34-966C-67B95FFD417D}" destId="{F60E444F-7124-4DEC-82A4-19BB86FB5A53}" srcOrd="1" destOrd="0" presId="urn:microsoft.com/office/officeart/2016/7/layout/BasicLinearProcessNumbered"/>
    <dgm:cxn modelId="{68ED6E27-3DF9-44EC-85E4-743D854D4D30}" type="presParOf" srcId="{856E96AE-30A8-4B34-966C-67B95FFD417D}" destId="{E6A8A44C-6158-43B4-A4EB-2F6E50C166C3}" srcOrd="2" destOrd="0" presId="urn:microsoft.com/office/officeart/2016/7/layout/BasicLinearProcessNumbered"/>
    <dgm:cxn modelId="{B8EE82EF-69E7-4640-BB6C-FB788AFF3443}" type="presParOf" srcId="{856E96AE-30A8-4B34-966C-67B95FFD417D}" destId="{D59A4C42-DF6A-49CF-8BBE-BE54A848AE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99C9F7-3074-408A-A2E9-F6BFCE58AF6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7D52CC-DB49-4981-8314-9698720AF8A7}">
      <dgm:prSet/>
      <dgm:spPr/>
      <dgm:t>
        <a:bodyPr/>
        <a:lstStyle/>
        <a:p>
          <a:r>
            <a:rPr lang="en-DE" b="1" i="0" baseline="0"/>
            <a:t>Bootstrap</a:t>
          </a:r>
          <a:r>
            <a:rPr lang="en-DE" b="0" i="0" baseline="0"/>
            <a:t>: Ein einfach zu verwendendes Framework für responsives Design.</a:t>
          </a:r>
          <a:endParaRPr lang="en-US"/>
        </a:p>
      </dgm:t>
    </dgm:pt>
    <dgm:pt modelId="{1829B343-C165-4072-9E45-C7C485A5691B}" type="parTrans" cxnId="{D4331869-75C0-4A99-B3F2-41E57B9B8E84}">
      <dgm:prSet/>
      <dgm:spPr/>
      <dgm:t>
        <a:bodyPr/>
        <a:lstStyle/>
        <a:p>
          <a:endParaRPr lang="en-US"/>
        </a:p>
      </dgm:t>
    </dgm:pt>
    <dgm:pt modelId="{9FC7F296-1A3F-44A1-97E8-0631D9A2134B}" type="sibTrans" cxnId="{D4331869-75C0-4A99-B3F2-41E57B9B8E84}">
      <dgm:prSet/>
      <dgm:spPr/>
      <dgm:t>
        <a:bodyPr/>
        <a:lstStyle/>
        <a:p>
          <a:endParaRPr lang="en-US"/>
        </a:p>
      </dgm:t>
    </dgm:pt>
    <dgm:pt modelId="{298F51AF-F657-4AE4-AE51-BAED8ABCADDC}">
      <dgm:prSet/>
      <dgm:spPr/>
      <dgm:t>
        <a:bodyPr/>
        <a:lstStyle/>
        <a:p>
          <a:r>
            <a:rPr lang="en-DE" b="1" i="0" baseline="0"/>
            <a:t>PHP-Includes</a:t>
          </a:r>
          <a:r>
            <a:rPr lang="en-DE" b="0" i="0" baseline="0"/>
            <a:t>: Effiziente Methode zur Erstellung wiederverwendbarer Seitenkomponenten.</a:t>
          </a:r>
          <a:endParaRPr lang="en-US"/>
        </a:p>
      </dgm:t>
    </dgm:pt>
    <dgm:pt modelId="{85FAFB30-5926-46C1-A790-144AE5891FCC}" type="parTrans" cxnId="{71E3F6E6-2A63-478A-AB0B-4E6030F84C6B}">
      <dgm:prSet/>
      <dgm:spPr/>
      <dgm:t>
        <a:bodyPr/>
        <a:lstStyle/>
        <a:p>
          <a:endParaRPr lang="en-US"/>
        </a:p>
      </dgm:t>
    </dgm:pt>
    <dgm:pt modelId="{2BA5F6B8-A824-45BE-A866-759AF1436C24}" type="sibTrans" cxnId="{71E3F6E6-2A63-478A-AB0B-4E6030F84C6B}">
      <dgm:prSet/>
      <dgm:spPr/>
      <dgm:t>
        <a:bodyPr/>
        <a:lstStyle/>
        <a:p>
          <a:endParaRPr lang="en-US"/>
        </a:p>
      </dgm:t>
    </dgm:pt>
    <dgm:pt modelId="{B8EDFE4B-DB1B-4C56-BE9F-8C090B310C03}">
      <dgm:prSet/>
      <dgm:spPr/>
      <dgm:t>
        <a:bodyPr/>
        <a:lstStyle/>
        <a:p>
          <a:r>
            <a:rPr lang="en-DE" b="1" i="0" baseline="0"/>
            <a:t>Modularität des Projekts</a:t>
          </a:r>
          <a:r>
            <a:rPr lang="en-DE" b="0" i="0" baseline="0"/>
            <a:t>: Erleichtert Aktualisierungen und hält den Code organisiert. </a:t>
          </a:r>
          <a:endParaRPr lang="en-US"/>
        </a:p>
      </dgm:t>
    </dgm:pt>
    <dgm:pt modelId="{5F3DC582-0EE7-4B0E-921F-D4BC484CAF8E}" type="parTrans" cxnId="{00971B90-7C51-440D-8C3D-40934D14A37A}">
      <dgm:prSet/>
      <dgm:spPr/>
      <dgm:t>
        <a:bodyPr/>
        <a:lstStyle/>
        <a:p>
          <a:endParaRPr lang="en-US"/>
        </a:p>
      </dgm:t>
    </dgm:pt>
    <dgm:pt modelId="{B8030E72-B4AC-493E-991E-41854B05008F}" type="sibTrans" cxnId="{00971B90-7C51-440D-8C3D-40934D14A37A}">
      <dgm:prSet/>
      <dgm:spPr/>
      <dgm:t>
        <a:bodyPr/>
        <a:lstStyle/>
        <a:p>
          <a:endParaRPr lang="en-US"/>
        </a:p>
      </dgm:t>
    </dgm:pt>
    <dgm:pt modelId="{5BCBD3B1-DFF0-483D-96F4-7DBF647714FF}" type="pres">
      <dgm:prSet presAssocID="{5C99C9F7-3074-408A-A2E9-F6BFCE58AF6C}" presName="root" presStyleCnt="0">
        <dgm:presLayoutVars>
          <dgm:dir/>
          <dgm:resizeHandles val="exact"/>
        </dgm:presLayoutVars>
      </dgm:prSet>
      <dgm:spPr/>
    </dgm:pt>
    <dgm:pt modelId="{AD6E1512-15D5-4952-849E-A249CC8F6950}" type="pres">
      <dgm:prSet presAssocID="{837D52CC-DB49-4981-8314-9698720AF8A7}" presName="compNode" presStyleCnt="0"/>
      <dgm:spPr/>
    </dgm:pt>
    <dgm:pt modelId="{AEA7C024-E627-428C-9629-59142410FCF4}" type="pres">
      <dgm:prSet presAssocID="{837D52CC-DB49-4981-8314-9698720AF8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4444EE05-AD3F-44DF-9AA7-602410E5B695}" type="pres">
      <dgm:prSet presAssocID="{837D52CC-DB49-4981-8314-9698720AF8A7}" presName="spaceRect" presStyleCnt="0"/>
      <dgm:spPr/>
    </dgm:pt>
    <dgm:pt modelId="{1DC2D0DC-E2E5-48A4-AD33-0D30C32FEB9A}" type="pres">
      <dgm:prSet presAssocID="{837D52CC-DB49-4981-8314-9698720AF8A7}" presName="textRect" presStyleLbl="revTx" presStyleIdx="0" presStyleCnt="3">
        <dgm:presLayoutVars>
          <dgm:chMax val="1"/>
          <dgm:chPref val="1"/>
        </dgm:presLayoutVars>
      </dgm:prSet>
      <dgm:spPr/>
    </dgm:pt>
    <dgm:pt modelId="{3C79282A-058C-4C4D-88E7-2EF117423C85}" type="pres">
      <dgm:prSet presAssocID="{9FC7F296-1A3F-44A1-97E8-0631D9A2134B}" presName="sibTrans" presStyleCnt="0"/>
      <dgm:spPr/>
    </dgm:pt>
    <dgm:pt modelId="{CCFD1E0D-A9D5-4781-A8E1-19EBD5611B91}" type="pres">
      <dgm:prSet presAssocID="{298F51AF-F657-4AE4-AE51-BAED8ABCADDC}" presName="compNode" presStyleCnt="0"/>
      <dgm:spPr/>
    </dgm:pt>
    <dgm:pt modelId="{61CE3384-ABB2-471D-A0FE-FC3A04DAB020}" type="pres">
      <dgm:prSet presAssocID="{298F51AF-F657-4AE4-AE51-BAED8ABCAD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C661F9CA-7D71-4B1B-AC64-CBE4A5EB8974}" type="pres">
      <dgm:prSet presAssocID="{298F51AF-F657-4AE4-AE51-BAED8ABCADDC}" presName="spaceRect" presStyleCnt="0"/>
      <dgm:spPr/>
    </dgm:pt>
    <dgm:pt modelId="{CC39A63A-A02B-4C64-9FB7-7BC682B28B9D}" type="pres">
      <dgm:prSet presAssocID="{298F51AF-F657-4AE4-AE51-BAED8ABCADDC}" presName="textRect" presStyleLbl="revTx" presStyleIdx="1" presStyleCnt="3">
        <dgm:presLayoutVars>
          <dgm:chMax val="1"/>
          <dgm:chPref val="1"/>
        </dgm:presLayoutVars>
      </dgm:prSet>
      <dgm:spPr/>
    </dgm:pt>
    <dgm:pt modelId="{9851AC08-DED7-43A0-AB59-CDCF68E4B54F}" type="pres">
      <dgm:prSet presAssocID="{2BA5F6B8-A824-45BE-A866-759AF1436C24}" presName="sibTrans" presStyleCnt="0"/>
      <dgm:spPr/>
    </dgm:pt>
    <dgm:pt modelId="{4BACFE9F-D3A8-4419-B78A-61AB5534A2C3}" type="pres">
      <dgm:prSet presAssocID="{B8EDFE4B-DB1B-4C56-BE9F-8C090B310C03}" presName="compNode" presStyleCnt="0"/>
      <dgm:spPr/>
    </dgm:pt>
    <dgm:pt modelId="{C5F35ECC-6AD6-4090-A2D4-82B0F32CA58B}" type="pres">
      <dgm:prSet presAssocID="{B8EDFE4B-DB1B-4C56-BE9F-8C090B310C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79BB540-948B-4768-AFFB-B9CB70EB5428}" type="pres">
      <dgm:prSet presAssocID="{B8EDFE4B-DB1B-4C56-BE9F-8C090B310C03}" presName="spaceRect" presStyleCnt="0"/>
      <dgm:spPr/>
    </dgm:pt>
    <dgm:pt modelId="{16441048-E3A1-447A-9CAC-07607577B682}" type="pres">
      <dgm:prSet presAssocID="{B8EDFE4B-DB1B-4C56-BE9F-8C090B310C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06C0808-44EF-4C6F-92F5-42175A4CC467}" type="presOf" srcId="{837D52CC-DB49-4981-8314-9698720AF8A7}" destId="{1DC2D0DC-E2E5-48A4-AD33-0D30C32FEB9A}" srcOrd="0" destOrd="0" presId="urn:microsoft.com/office/officeart/2018/2/layout/IconLabelList"/>
    <dgm:cxn modelId="{A41B2924-E328-4E8A-BFEA-9F7298D0BEFE}" type="presOf" srcId="{5C99C9F7-3074-408A-A2E9-F6BFCE58AF6C}" destId="{5BCBD3B1-DFF0-483D-96F4-7DBF647714FF}" srcOrd="0" destOrd="0" presId="urn:microsoft.com/office/officeart/2018/2/layout/IconLabelList"/>
    <dgm:cxn modelId="{5DFAB827-743A-43E9-83CA-B29C379EEF6A}" type="presOf" srcId="{B8EDFE4B-DB1B-4C56-BE9F-8C090B310C03}" destId="{16441048-E3A1-447A-9CAC-07607577B682}" srcOrd="0" destOrd="0" presId="urn:microsoft.com/office/officeart/2018/2/layout/IconLabelList"/>
    <dgm:cxn modelId="{D4331869-75C0-4A99-B3F2-41E57B9B8E84}" srcId="{5C99C9F7-3074-408A-A2E9-F6BFCE58AF6C}" destId="{837D52CC-DB49-4981-8314-9698720AF8A7}" srcOrd="0" destOrd="0" parTransId="{1829B343-C165-4072-9E45-C7C485A5691B}" sibTransId="{9FC7F296-1A3F-44A1-97E8-0631D9A2134B}"/>
    <dgm:cxn modelId="{00971B90-7C51-440D-8C3D-40934D14A37A}" srcId="{5C99C9F7-3074-408A-A2E9-F6BFCE58AF6C}" destId="{B8EDFE4B-DB1B-4C56-BE9F-8C090B310C03}" srcOrd="2" destOrd="0" parTransId="{5F3DC582-0EE7-4B0E-921F-D4BC484CAF8E}" sibTransId="{B8030E72-B4AC-493E-991E-41854B05008F}"/>
    <dgm:cxn modelId="{71E3F6E6-2A63-478A-AB0B-4E6030F84C6B}" srcId="{5C99C9F7-3074-408A-A2E9-F6BFCE58AF6C}" destId="{298F51AF-F657-4AE4-AE51-BAED8ABCADDC}" srcOrd="1" destOrd="0" parTransId="{85FAFB30-5926-46C1-A790-144AE5891FCC}" sibTransId="{2BA5F6B8-A824-45BE-A866-759AF1436C24}"/>
    <dgm:cxn modelId="{5A6695F1-8A25-49A5-88C2-3A8B8BFCA541}" type="presOf" srcId="{298F51AF-F657-4AE4-AE51-BAED8ABCADDC}" destId="{CC39A63A-A02B-4C64-9FB7-7BC682B28B9D}" srcOrd="0" destOrd="0" presId="urn:microsoft.com/office/officeart/2018/2/layout/IconLabelList"/>
    <dgm:cxn modelId="{ECFE2369-FC48-4FFA-B2EB-E1FA94D7E489}" type="presParOf" srcId="{5BCBD3B1-DFF0-483D-96F4-7DBF647714FF}" destId="{AD6E1512-15D5-4952-849E-A249CC8F6950}" srcOrd="0" destOrd="0" presId="urn:microsoft.com/office/officeart/2018/2/layout/IconLabelList"/>
    <dgm:cxn modelId="{D3CE20FE-AA87-4551-AD38-D05176AEDE4E}" type="presParOf" srcId="{AD6E1512-15D5-4952-849E-A249CC8F6950}" destId="{AEA7C024-E627-428C-9629-59142410FCF4}" srcOrd="0" destOrd="0" presId="urn:microsoft.com/office/officeart/2018/2/layout/IconLabelList"/>
    <dgm:cxn modelId="{4725A62E-0270-40F7-A68D-26D485F4663B}" type="presParOf" srcId="{AD6E1512-15D5-4952-849E-A249CC8F6950}" destId="{4444EE05-AD3F-44DF-9AA7-602410E5B695}" srcOrd="1" destOrd="0" presId="urn:microsoft.com/office/officeart/2018/2/layout/IconLabelList"/>
    <dgm:cxn modelId="{80671B7B-2569-43F2-B6CE-29E3B8918E76}" type="presParOf" srcId="{AD6E1512-15D5-4952-849E-A249CC8F6950}" destId="{1DC2D0DC-E2E5-48A4-AD33-0D30C32FEB9A}" srcOrd="2" destOrd="0" presId="urn:microsoft.com/office/officeart/2018/2/layout/IconLabelList"/>
    <dgm:cxn modelId="{A4A687BD-BCE8-46F2-B132-436BE27A0EDA}" type="presParOf" srcId="{5BCBD3B1-DFF0-483D-96F4-7DBF647714FF}" destId="{3C79282A-058C-4C4D-88E7-2EF117423C85}" srcOrd="1" destOrd="0" presId="urn:microsoft.com/office/officeart/2018/2/layout/IconLabelList"/>
    <dgm:cxn modelId="{5701F303-8C75-4557-8594-9EC15C768166}" type="presParOf" srcId="{5BCBD3B1-DFF0-483D-96F4-7DBF647714FF}" destId="{CCFD1E0D-A9D5-4781-A8E1-19EBD5611B91}" srcOrd="2" destOrd="0" presId="urn:microsoft.com/office/officeart/2018/2/layout/IconLabelList"/>
    <dgm:cxn modelId="{74B3D830-EC19-4E92-9693-DB463E752267}" type="presParOf" srcId="{CCFD1E0D-A9D5-4781-A8E1-19EBD5611B91}" destId="{61CE3384-ABB2-471D-A0FE-FC3A04DAB020}" srcOrd="0" destOrd="0" presId="urn:microsoft.com/office/officeart/2018/2/layout/IconLabelList"/>
    <dgm:cxn modelId="{F2BC9C9B-0D40-4DC7-A944-7DCCB7E33CE7}" type="presParOf" srcId="{CCFD1E0D-A9D5-4781-A8E1-19EBD5611B91}" destId="{C661F9CA-7D71-4B1B-AC64-CBE4A5EB8974}" srcOrd="1" destOrd="0" presId="urn:microsoft.com/office/officeart/2018/2/layout/IconLabelList"/>
    <dgm:cxn modelId="{FD06E765-D41B-4A8C-B745-A51C6465B09A}" type="presParOf" srcId="{CCFD1E0D-A9D5-4781-A8E1-19EBD5611B91}" destId="{CC39A63A-A02B-4C64-9FB7-7BC682B28B9D}" srcOrd="2" destOrd="0" presId="urn:microsoft.com/office/officeart/2018/2/layout/IconLabelList"/>
    <dgm:cxn modelId="{92EDD473-9079-4806-822A-B4D50955701F}" type="presParOf" srcId="{5BCBD3B1-DFF0-483D-96F4-7DBF647714FF}" destId="{9851AC08-DED7-43A0-AB59-CDCF68E4B54F}" srcOrd="3" destOrd="0" presId="urn:microsoft.com/office/officeart/2018/2/layout/IconLabelList"/>
    <dgm:cxn modelId="{32E0D543-69B7-4C80-8D50-A270C14D41BF}" type="presParOf" srcId="{5BCBD3B1-DFF0-483D-96F4-7DBF647714FF}" destId="{4BACFE9F-D3A8-4419-B78A-61AB5534A2C3}" srcOrd="4" destOrd="0" presId="urn:microsoft.com/office/officeart/2018/2/layout/IconLabelList"/>
    <dgm:cxn modelId="{6C43B2F9-8D45-4B17-B518-612C66F39CA0}" type="presParOf" srcId="{4BACFE9F-D3A8-4419-B78A-61AB5534A2C3}" destId="{C5F35ECC-6AD6-4090-A2D4-82B0F32CA58B}" srcOrd="0" destOrd="0" presId="urn:microsoft.com/office/officeart/2018/2/layout/IconLabelList"/>
    <dgm:cxn modelId="{173056A9-C836-4C64-8713-756ADB313C36}" type="presParOf" srcId="{4BACFE9F-D3A8-4419-B78A-61AB5534A2C3}" destId="{779BB540-948B-4768-AFFB-B9CB70EB5428}" srcOrd="1" destOrd="0" presId="urn:microsoft.com/office/officeart/2018/2/layout/IconLabelList"/>
    <dgm:cxn modelId="{8C2B2B41-CF10-4C46-85A7-74A7BC01DE61}" type="presParOf" srcId="{4BACFE9F-D3A8-4419-B78A-61AB5534A2C3}" destId="{16441048-E3A1-447A-9CAC-07607577B6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FB9F3-6620-44EF-9BE5-825C84AEA650}">
      <dsp:nvSpPr>
        <dsp:cNvPr id="0" name=""/>
        <dsp:cNvSpPr/>
      </dsp:nvSpPr>
      <dsp:spPr>
        <a:xfrm>
          <a:off x="3030674" y="3377855"/>
          <a:ext cx="605483" cy="1301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2741" y="0"/>
              </a:lnTo>
              <a:lnTo>
                <a:pt x="302741" y="1301790"/>
              </a:lnTo>
              <a:lnTo>
                <a:pt x="605483" y="130179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5ACE1-2FB7-4FEB-B2B0-E9B61EA70D5F}">
      <dsp:nvSpPr>
        <dsp:cNvPr id="0" name=""/>
        <dsp:cNvSpPr/>
      </dsp:nvSpPr>
      <dsp:spPr>
        <a:xfrm>
          <a:off x="3030674" y="3332135"/>
          <a:ext cx="6054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48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C9B298-0FA1-4552-A7C1-C7AE701EE811}">
      <dsp:nvSpPr>
        <dsp:cNvPr id="0" name=""/>
        <dsp:cNvSpPr/>
      </dsp:nvSpPr>
      <dsp:spPr>
        <a:xfrm>
          <a:off x="3030674" y="2076064"/>
          <a:ext cx="605483" cy="1301790"/>
        </a:xfrm>
        <a:custGeom>
          <a:avLst/>
          <a:gdLst/>
          <a:ahLst/>
          <a:cxnLst/>
          <a:rect l="0" t="0" r="0" b="0"/>
          <a:pathLst>
            <a:path>
              <a:moveTo>
                <a:pt x="0" y="1301790"/>
              </a:moveTo>
              <a:lnTo>
                <a:pt x="302741" y="1301790"/>
              </a:lnTo>
              <a:lnTo>
                <a:pt x="302741" y="0"/>
              </a:lnTo>
              <a:lnTo>
                <a:pt x="605483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AAF91A-8967-4558-A40C-74F4489D7BE6}">
      <dsp:nvSpPr>
        <dsp:cNvPr id="0" name=""/>
        <dsp:cNvSpPr/>
      </dsp:nvSpPr>
      <dsp:spPr>
        <a:xfrm>
          <a:off x="3255" y="312593"/>
          <a:ext cx="3027419" cy="92336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Bootstrap ist ein beliebtes Frontend-Framework zur Erstellung von responsiven, mobilfreundlichen Websites.</a:t>
          </a:r>
          <a:endParaRPr lang="en-US" sz="1600" kern="1200"/>
        </a:p>
      </dsp:txBody>
      <dsp:txXfrm>
        <a:off x="3255" y="312593"/>
        <a:ext cx="3027419" cy="923362"/>
      </dsp:txXfrm>
    </dsp:sp>
    <dsp:sp modelId="{71EEBA2B-D4B2-463D-8A36-82B890CDB92B}">
      <dsp:nvSpPr>
        <dsp:cNvPr id="0" name=""/>
        <dsp:cNvSpPr/>
      </dsp:nvSpPr>
      <dsp:spPr>
        <a:xfrm>
          <a:off x="3255" y="1614383"/>
          <a:ext cx="3027419" cy="92336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Entwickelt von</a:t>
          </a:r>
          <a:r>
            <a:rPr lang="de-DE" sz="1600" kern="1200"/>
            <a:t>: Twitter (veröffentlicht 2011)</a:t>
          </a:r>
          <a:endParaRPr lang="en-US" sz="1600" kern="1200"/>
        </a:p>
      </dsp:txBody>
      <dsp:txXfrm>
        <a:off x="3255" y="1614383"/>
        <a:ext cx="3027419" cy="923362"/>
      </dsp:txXfrm>
    </dsp:sp>
    <dsp:sp modelId="{A6860E97-E623-4D7F-9138-781FA2ACA808}">
      <dsp:nvSpPr>
        <dsp:cNvPr id="0" name=""/>
        <dsp:cNvSpPr/>
      </dsp:nvSpPr>
      <dsp:spPr>
        <a:xfrm>
          <a:off x="3255" y="2916173"/>
          <a:ext cx="3027419" cy="92336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Vorteile</a:t>
          </a:r>
          <a:r>
            <a:rPr lang="de-DE" sz="1600" kern="1200"/>
            <a:t>:</a:t>
          </a:r>
          <a:endParaRPr lang="en-US" sz="1600" kern="1200"/>
        </a:p>
      </dsp:txBody>
      <dsp:txXfrm>
        <a:off x="3255" y="2916173"/>
        <a:ext cx="3027419" cy="923362"/>
      </dsp:txXfrm>
    </dsp:sp>
    <dsp:sp modelId="{BAC504F5-5D88-464C-9B22-E6CE85AA427D}">
      <dsp:nvSpPr>
        <dsp:cNvPr id="0" name=""/>
        <dsp:cNvSpPr/>
      </dsp:nvSpPr>
      <dsp:spPr>
        <a:xfrm>
          <a:off x="3636158" y="1614383"/>
          <a:ext cx="3027419" cy="92336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Vorgefertigte CSS-Klassen für einfache Gestaltung.</a:t>
          </a:r>
          <a:endParaRPr lang="en-US" sz="1600" kern="1200"/>
        </a:p>
      </dsp:txBody>
      <dsp:txXfrm>
        <a:off x="3636158" y="1614383"/>
        <a:ext cx="3027419" cy="923362"/>
      </dsp:txXfrm>
    </dsp:sp>
    <dsp:sp modelId="{CD4C18DC-9DAE-4249-8338-CF38D8A18EFF}">
      <dsp:nvSpPr>
        <dsp:cNvPr id="0" name=""/>
        <dsp:cNvSpPr/>
      </dsp:nvSpPr>
      <dsp:spPr>
        <a:xfrm>
          <a:off x="3636158" y="2916173"/>
          <a:ext cx="3027419" cy="92336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Responsives Design für verschiedene Bildschirmgrößen.	</a:t>
          </a:r>
          <a:endParaRPr lang="en-US" sz="1600" kern="1200"/>
        </a:p>
      </dsp:txBody>
      <dsp:txXfrm>
        <a:off x="3636158" y="2916173"/>
        <a:ext cx="3027419" cy="923362"/>
      </dsp:txXfrm>
    </dsp:sp>
    <dsp:sp modelId="{338E91E6-B8AC-432F-9EB3-0DBE0AE7AE15}">
      <dsp:nvSpPr>
        <dsp:cNvPr id="0" name=""/>
        <dsp:cNvSpPr/>
      </dsp:nvSpPr>
      <dsp:spPr>
        <a:xfrm>
          <a:off x="3636158" y="4217963"/>
          <a:ext cx="3027419" cy="92336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Große Community und umfangreiche Dokumentation.</a:t>
          </a:r>
          <a:endParaRPr lang="en-US" sz="1600" kern="1200"/>
        </a:p>
      </dsp:txBody>
      <dsp:txXfrm>
        <a:off x="3636158" y="4217963"/>
        <a:ext cx="3027419" cy="923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95A69-E409-4A02-9FE1-02650C97A1A3}">
      <dsp:nvSpPr>
        <dsp:cNvPr id="0" name=""/>
        <dsp:cNvSpPr/>
      </dsp:nvSpPr>
      <dsp:spPr>
        <a:xfrm>
          <a:off x="0" y="62995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b="1" i="0" kern="1200" baseline="0"/>
            <a:t>Grid-System</a:t>
          </a:r>
          <a:r>
            <a:rPr lang="en-DE" sz="2500" b="0" i="0" kern="1200" baseline="0"/>
            <a:t>: Definiert ein responsives Layout basierend auf Zeilen und Spalten.</a:t>
          </a:r>
          <a:endParaRPr lang="en-US" sz="2500" kern="1200"/>
        </a:p>
      </dsp:txBody>
      <dsp:txXfrm>
        <a:off x="48547" y="678506"/>
        <a:ext cx="6569739" cy="897406"/>
      </dsp:txXfrm>
    </dsp:sp>
    <dsp:sp modelId="{DB182C74-2E4B-4F10-9986-0A9C7E6122E0}">
      <dsp:nvSpPr>
        <dsp:cNvPr id="0" name=""/>
        <dsp:cNvSpPr/>
      </dsp:nvSpPr>
      <dsp:spPr>
        <a:xfrm>
          <a:off x="0" y="169646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b="1" i="0" kern="1200" baseline="0"/>
            <a:t>Komponenten</a:t>
          </a:r>
          <a:r>
            <a:rPr lang="en-DE" sz="2500" b="0" i="0" kern="1200" baseline="0"/>
            <a:t>: Vorgefertigte UI-Komponenten wie Buttons, Modale und Karussells.</a:t>
          </a:r>
          <a:endParaRPr lang="en-US" sz="2500" kern="1200"/>
        </a:p>
      </dsp:txBody>
      <dsp:txXfrm>
        <a:off x="48547" y="1745007"/>
        <a:ext cx="6569739" cy="897406"/>
      </dsp:txXfrm>
    </dsp:sp>
    <dsp:sp modelId="{67729C9E-DBF9-43E5-8E4C-62CFD1694E9A}">
      <dsp:nvSpPr>
        <dsp:cNvPr id="0" name=""/>
        <dsp:cNvSpPr/>
      </dsp:nvSpPr>
      <dsp:spPr>
        <a:xfrm>
          <a:off x="0" y="276296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b="1" i="0" kern="1200" baseline="0"/>
            <a:t>JavaScript-Plugins</a:t>
          </a:r>
          <a:r>
            <a:rPr lang="en-DE" sz="2500" b="0" i="0" kern="1200" baseline="0"/>
            <a:t>: Interaktive Komponenten (z. B. Dropdowns, Modale).</a:t>
          </a:r>
          <a:endParaRPr lang="en-US" sz="2500" kern="1200"/>
        </a:p>
      </dsp:txBody>
      <dsp:txXfrm>
        <a:off x="48547" y="2811507"/>
        <a:ext cx="6569739" cy="897406"/>
      </dsp:txXfrm>
    </dsp:sp>
    <dsp:sp modelId="{CC986712-DD4F-4331-85A8-F604E170F985}">
      <dsp:nvSpPr>
        <dsp:cNvPr id="0" name=""/>
        <dsp:cNvSpPr/>
      </dsp:nvSpPr>
      <dsp:spPr>
        <a:xfrm>
          <a:off x="0" y="382946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b="1" i="0" kern="1200" baseline="0"/>
            <a:t>Anpassung</a:t>
          </a:r>
          <a:r>
            <a:rPr lang="en-DE" sz="2500" b="0" i="0" kern="1200" baseline="0"/>
            <a:t>: Flexibilität zur Anpassung von Themen und Stilen. </a:t>
          </a:r>
          <a:endParaRPr lang="en-US" sz="2500" kern="1200"/>
        </a:p>
      </dsp:txBody>
      <dsp:txXfrm>
        <a:off x="48547" y="3878007"/>
        <a:ext cx="6569739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AFCE8-61D6-44A3-9856-C1AA35B881F2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1" i="0" kern="1200" baseline="0"/>
            <a:t>Schritt 1</a:t>
          </a:r>
          <a:r>
            <a:rPr lang="en-DE" sz="2100" b="0" i="0" kern="1200" baseline="0"/>
            <a:t>: Eine Bootstrap-Vorlage herunterladen oder kopieren.</a:t>
          </a:r>
          <a:endParaRPr lang="en-US" sz="2100" kern="1200"/>
        </a:p>
      </dsp:txBody>
      <dsp:txXfrm>
        <a:off x="40780" y="110399"/>
        <a:ext cx="6585273" cy="753819"/>
      </dsp:txXfrm>
    </dsp:sp>
    <dsp:sp modelId="{D0F95F26-043D-4D5A-AF80-CA7B14B4B8B2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1" i="0" kern="1200" baseline="0"/>
            <a:t>Schritt 2</a:t>
          </a:r>
          <a:r>
            <a:rPr lang="en-DE" sz="2100" b="0" i="0" kern="1200" baseline="0"/>
            <a:t>: Bootstrap CSS- und JS-Dateien in die Vorlage einbinden.</a:t>
          </a:r>
          <a:endParaRPr lang="en-US" sz="2100" kern="1200"/>
        </a:p>
      </dsp:txBody>
      <dsp:txXfrm>
        <a:off x="40780" y="1006259"/>
        <a:ext cx="6585273" cy="753819"/>
      </dsp:txXfrm>
    </dsp:sp>
    <dsp:sp modelId="{52CC1EF5-8FF6-478E-9C76-7E6DF6B3CD83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1" i="0" kern="1200" baseline="0"/>
            <a:t>Schritt 3</a:t>
          </a:r>
          <a:r>
            <a:rPr lang="en-DE" sz="2100" b="0" i="0" kern="1200" baseline="0"/>
            <a:t>: Elemente (z. B. Text, Bilder) nach Bedarf für das Projekt anpassen.</a:t>
          </a:r>
          <a:endParaRPr lang="en-US" sz="2100" kern="1200"/>
        </a:p>
      </dsp:txBody>
      <dsp:txXfrm>
        <a:off x="40780" y="1902119"/>
        <a:ext cx="6585273" cy="753819"/>
      </dsp:txXfrm>
    </dsp:sp>
    <dsp:sp modelId="{9ABAD509-8A30-4916-9A0E-C935750080FB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1" i="0" kern="1200" baseline="0"/>
            <a:t>Ressourcen</a:t>
          </a:r>
          <a:r>
            <a:rPr lang="en-DE" sz="2100" b="0" i="0" kern="1200" baseline="0"/>
            <a:t>:</a:t>
          </a:r>
          <a:endParaRPr lang="en-US" sz="2100" kern="1200"/>
        </a:p>
      </dsp:txBody>
      <dsp:txXfrm>
        <a:off x="40780" y="2797980"/>
        <a:ext cx="6585273" cy="753819"/>
      </dsp:txXfrm>
    </dsp:sp>
    <dsp:sp modelId="{7FA7FE4E-56C6-4833-8BC4-53BA02BA0E93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Offizielle Bootstrap-Website für kostenlose Vorlagen.</a:t>
          </a:r>
          <a:endParaRPr lang="en-US" sz="2100" kern="1200"/>
        </a:p>
      </dsp:txBody>
      <dsp:txXfrm>
        <a:off x="40780" y="3693840"/>
        <a:ext cx="6585273" cy="753819"/>
      </dsp:txXfrm>
    </dsp:sp>
    <dsp:sp modelId="{059390F4-990B-4D61-8C33-56A925004A26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Bootstrap Studio und Online-Quellen für kostenpflichtige Vorlagen.</a:t>
          </a:r>
          <a:endParaRPr lang="en-US" sz="2100" kern="1200"/>
        </a:p>
      </dsp:txBody>
      <dsp:txXfrm>
        <a:off x="40780" y="4589700"/>
        <a:ext cx="6585273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69164-0837-4186-AAA9-B0AEBC0A14F7}">
      <dsp:nvSpPr>
        <dsp:cNvPr id="0" name=""/>
        <dsp:cNvSpPr/>
      </dsp:nvSpPr>
      <dsp:spPr>
        <a:xfrm>
          <a:off x="0" y="60406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1" i="0" kern="1200" baseline="0"/>
            <a:t>Ordnerstruktur</a:t>
          </a:r>
          <a:r>
            <a:rPr lang="en-DE" sz="2100" b="0" i="0" kern="1200" baseline="0"/>
            <a:t>:</a:t>
          </a:r>
          <a:endParaRPr lang="en-US" sz="2100" kern="1200"/>
        </a:p>
      </dsp:txBody>
      <dsp:txXfrm>
        <a:off x="40930" y="101336"/>
        <a:ext cx="6584973" cy="756591"/>
      </dsp:txXfrm>
    </dsp:sp>
    <dsp:sp modelId="{C06900B1-F6D5-4713-B51C-BE9F9E42FC0F}">
      <dsp:nvSpPr>
        <dsp:cNvPr id="0" name=""/>
        <dsp:cNvSpPr/>
      </dsp:nvSpPr>
      <dsp:spPr>
        <a:xfrm>
          <a:off x="0" y="959337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index.php: Hauptinhalt-Datei.</a:t>
          </a:r>
          <a:endParaRPr lang="en-US" sz="2100" kern="1200"/>
        </a:p>
      </dsp:txBody>
      <dsp:txXfrm>
        <a:off x="40930" y="1000267"/>
        <a:ext cx="6584973" cy="756591"/>
      </dsp:txXfrm>
    </dsp:sp>
    <dsp:sp modelId="{77E8803A-6DCA-4013-833A-7BBFFDC98C4B}">
      <dsp:nvSpPr>
        <dsp:cNvPr id="0" name=""/>
        <dsp:cNvSpPr/>
      </dsp:nvSpPr>
      <dsp:spPr>
        <a:xfrm>
          <a:off x="0" y="1858268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header.php: Header-Komponente.</a:t>
          </a:r>
          <a:endParaRPr lang="en-US" sz="2100" kern="1200"/>
        </a:p>
      </dsp:txBody>
      <dsp:txXfrm>
        <a:off x="40930" y="1899198"/>
        <a:ext cx="6584973" cy="756591"/>
      </dsp:txXfrm>
    </dsp:sp>
    <dsp:sp modelId="{611A5A97-0247-4BBF-A1D4-EE30CEC0AC95}">
      <dsp:nvSpPr>
        <dsp:cNvPr id="0" name=""/>
        <dsp:cNvSpPr/>
      </dsp:nvSpPr>
      <dsp:spPr>
        <a:xfrm>
          <a:off x="0" y="2757199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footer.php: Footer-Komponente.</a:t>
          </a:r>
          <a:endParaRPr lang="en-US" sz="2100" kern="1200"/>
        </a:p>
      </dsp:txBody>
      <dsp:txXfrm>
        <a:off x="40930" y="2798129"/>
        <a:ext cx="6584973" cy="756591"/>
      </dsp:txXfrm>
    </dsp:sp>
    <dsp:sp modelId="{40878D85-257D-41DF-8A9A-A6C6928EFCB7}">
      <dsp:nvSpPr>
        <dsp:cNvPr id="0" name=""/>
        <dsp:cNvSpPr/>
      </dsp:nvSpPr>
      <dsp:spPr>
        <a:xfrm>
          <a:off x="0" y="3656131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navbar.php: Navigationsleisten-Komponente.</a:t>
          </a:r>
          <a:endParaRPr lang="en-US" sz="2100" kern="1200"/>
        </a:p>
      </dsp:txBody>
      <dsp:txXfrm>
        <a:off x="40930" y="3697061"/>
        <a:ext cx="6584973" cy="756591"/>
      </dsp:txXfrm>
    </dsp:sp>
    <dsp:sp modelId="{8CD92C78-D7DC-427A-815C-41D7A862826C}">
      <dsp:nvSpPr>
        <dsp:cNvPr id="0" name=""/>
        <dsp:cNvSpPr/>
      </dsp:nvSpPr>
      <dsp:spPr>
        <a:xfrm>
          <a:off x="0" y="4555062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b="0" i="0" kern="1200" baseline="0"/>
            <a:t>css/ und js/: Verzeichnisse für benutzerdefinierte CSS- und JS-Dateien (falls erforderlich).</a:t>
          </a:r>
          <a:endParaRPr lang="en-US" sz="2100" kern="1200"/>
        </a:p>
      </dsp:txBody>
      <dsp:txXfrm>
        <a:off x="40930" y="4595992"/>
        <a:ext cx="6584973" cy="7565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7B613-5853-4F7F-8ECB-DA45C9888082}">
      <dsp:nvSpPr>
        <dsp:cNvPr id="0" name=""/>
        <dsp:cNvSpPr/>
      </dsp:nvSpPr>
      <dsp:spPr>
        <a:xfrm>
          <a:off x="0" y="0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1" kern="1200"/>
            <a:t>navbar.php</a:t>
          </a:r>
          <a:r>
            <a:rPr lang="de-DE" sz="3500" kern="1200"/>
            <a:t>:Enthält HTML und Bootstrap-Klassen für eine responsive Navigationsleiste.</a:t>
          </a:r>
          <a:endParaRPr lang="en-US" sz="3500" kern="1200"/>
        </a:p>
      </dsp:txBody>
      <dsp:txXfrm>
        <a:off x="55261" y="55261"/>
        <a:ext cx="7338539" cy="1776240"/>
      </dsp:txXfrm>
    </dsp:sp>
    <dsp:sp modelId="{453C22C3-7284-49BF-95E5-78A7210A9C6C}">
      <dsp:nvSpPr>
        <dsp:cNvPr id="0" name=""/>
        <dsp:cNvSpPr/>
      </dsp:nvSpPr>
      <dsp:spPr>
        <a:xfrm>
          <a:off x="1639174" y="2306042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/>
            <a:t>Kann Links zu verschiedenen Seiten oder Abschnitten enthalten.</a:t>
          </a:r>
          <a:endParaRPr lang="en-US" sz="3500" kern="1200"/>
        </a:p>
      </dsp:txBody>
      <dsp:txXfrm>
        <a:off x="1694435" y="2361303"/>
        <a:ext cx="6312562" cy="1776240"/>
      </dsp:txXfrm>
    </dsp:sp>
    <dsp:sp modelId="{FEB95F41-B2D5-4D3E-B499-51D02944A795}">
      <dsp:nvSpPr>
        <dsp:cNvPr id="0" name=""/>
        <dsp:cNvSpPr/>
      </dsp:nvSpPr>
      <dsp:spPr>
        <a:xfrm>
          <a:off x="8062259" y="1483204"/>
          <a:ext cx="1226395" cy="1226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38198" y="1483204"/>
        <a:ext cx="674517" cy="9228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FAA0C-F4AE-452B-A2FA-2CF5D94DE33E}">
      <dsp:nvSpPr>
        <dsp:cNvPr id="0" name=""/>
        <dsp:cNvSpPr/>
      </dsp:nvSpPr>
      <dsp:spPr>
        <a:xfrm>
          <a:off x="0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b="1" i="0" kern="1200" baseline="0"/>
            <a:t>Verwendung von require_once</a:t>
          </a:r>
          <a:r>
            <a:rPr lang="en-DE" sz="2600" b="0" i="0" kern="1200" baseline="0"/>
            <a:t>:</a:t>
          </a:r>
          <a:endParaRPr lang="en-US" sz="2600" kern="1200"/>
        </a:p>
      </dsp:txBody>
      <dsp:txXfrm>
        <a:off x="0" y="1593265"/>
        <a:ext cx="3414946" cy="2515683"/>
      </dsp:txXfrm>
    </dsp:sp>
    <dsp:sp modelId="{CA478B4D-5EF8-4B65-A79E-FF7157C8ADE7}">
      <dsp:nvSpPr>
        <dsp:cNvPr id="0" name=""/>
        <dsp:cNvSpPr/>
      </dsp:nvSpPr>
      <dsp:spPr>
        <a:xfrm>
          <a:off x="1078552" y="419280"/>
          <a:ext cx="1257841" cy="12578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759" y="603487"/>
        <a:ext cx="889427" cy="889427"/>
      </dsp:txXfrm>
    </dsp:sp>
    <dsp:sp modelId="{5FDE5583-C3F8-4028-9E72-9D10C9D0AA16}">
      <dsp:nvSpPr>
        <dsp:cNvPr id="0" name=""/>
        <dsp:cNvSpPr/>
      </dsp:nvSpPr>
      <dsp:spPr>
        <a:xfrm>
          <a:off x="0" y="4192733"/>
          <a:ext cx="34149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47211-A0C0-4E32-ABAB-00F9AC3A36F4}">
      <dsp:nvSpPr>
        <dsp:cNvPr id="0" name=""/>
        <dsp:cNvSpPr/>
      </dsp:nvSpPr>
      <dsp:spPr>
        <a:xfrm>
          <a:off x="3756441" y="0"/>
          <a:ext cx="3414946" cy="41928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b="0" i="0" kern="1200" baseline="0"/>
            <a:t>Stellt sicher, dass jede Datei nur einmal im Skript eingebunden wird.</a:t>
          </a:r>
          <a:endParaRPr lang="en-US" sz="2600" kern="1200"/>
        </a:p>
      </dsp:txBody>
      <dsp:txXfrm>
        <a:off x="3756441" y="1593265"/>
        <a:ext cx="3414946" cy="2515683"/>
      </dsp:txXfrm>
    </dsp:sp>
    <dsp:sp modelId="{6EA85E5F-C1E8-450F-A30D-930BACC334DA}">
      <dsp:nvSpPr>
        <dsp:cNvPr id="0" name=""/>
        <dsp:cNvSpPr/>
      </dsp:nvSpPr>
      <dsp:spPr>
        <a:xfrm>
          <a:off x="4834993" y="419280"/>
          <a:ext cx="1257841" cy="12578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19200" y="603487"/>
        <a:ext cx="889427" cy="889427"/>
      </dsp:txXfrm>
    </dsp:sp>
    <dsp:sp modelId="{802C6CB3-EEAD-4A7A-A74B-9E4321A587B2}">
      <dsp:nvSpPr>
        <dsp:cNvPr id="0" name=""/>
        <dsp:cNvSpPr/>
      </dsp:nvSpPr>
      <dsp:spPr>
        <a:xfrm>
          <a:off x="3756441" y="4192733"/>
          <a:ext cx="341494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4EFD9-440B-4B6F-A454-E54EB3FD296D}">
      <dsp:nvSpPr>
        <dsp:cNvPr id="0" name=""/>
        <dsp:cNvSpPr/>
      </dsp:nvSpPr>
      <dsp:spPr>
        <a:xfrm>
          <a:off x="7512882" y="0"/>
          <a:ext cx="3414946" cy="41928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b="0" i="0" kern="1200" baseline="0"/>
            <a:t>Verringert Redundanz und sorgt für Konsistenz im Layout.</a:t>
          </a:r>
          <a:endParaRPr lang="en-US" sz="2600" kern="1200"/>
        </a:p>
      </dsp:txBody>
      <dsp:txXfrm>
        <a:off x="7512882" y="1593265"/>
        <a:ext cx="3414946" cy="2515683"/>
      </dsp:txXfrm>
    </dsp:sp>
    <dsp:sp modelId="{F60E444F-7124-4DEC-82A4-19BB86FB5A53}">
      <dsp:nvSpPr>
        <dsp:cNvPr id="0" name=""/>
        <dsp:cNvSpPr/>
      </dsp:nvSpPr>
      <dsp:spPr>
        <a:xfrm>
          <a:off x="8591434" y="419280"/>
          <a:ext cx="1257841" cy="12578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75641" y="603487"/>
        <a:ext cx="889427" cy="889427"/>
      </dsp:txXfrm>
    </dsp:sp>
    <dsp:sp modelId="{E6A8A44C-6158-43B4-A4EB-2F6E50C166C3}">
      <dsp:nvSpPr>
        <dsp:cNvPr id="0" name=""/>
        <dsp:cNvSpPr/>
      </dsp:nvSpPr>
      <dsp:spPr>
        <a:xfrm>
          <a:off x="7512882" y="4192733"/>
          <a:ext cx="341494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A7C024-E627-428C-9629-59142410FCF4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2D0DC-E2E5-48A4-AD33-0D30C32FEB9A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i="0" kern="1200" baseline="0"/>
            <a:t>Bootstrap</a:t>
          </a:r>
          <a:r>
            <a:rPr lang="en-DE" sz="1700" b="0" i="0" kern="1200" baseline="0"/>
            <a:t>: Ein einfach zu verwendendes Framework für responsives Design.</a:t>
          </a:r>
          <a:endParaRPr lang="en-US" sz="1700" kern="1200"/>
        </a:p>
      </dsp:txBody>
      <dsp:txXfrm>
        <a:off x="59990" y="2654049"/>
        <a:ext cx="3226223" cy="720000"/>
      </dsp:txXfrm>
    </dsp:sp>
    <dsp:sp modelId="{61CE3384-ABB2-471D-A0FE-FC3A04DAB020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9A63A-A02B-4C64-9FB7-7BC682B28B9D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i="0" kern="1200" baseline="0"/>
            <a:t>PHP-Includes</a:t>
          </a:r>
          <a:r>
            <a:rPr lang="en-DE" sz="1700" b="0" i="0" kern="1200" baseline="0"/>
            <a:t>: Effiziente Methode zur Erstellung wiederverwendbarer Seitenkomponenten.</a:t>
          </a:r>
          <a:endParaRPr lang="en-US" sz="1700" kern="1200"/>
        </a:p>
      </dsp:txBody>
      <dsp:txXfrm>
        <a:off x="3850802" y="2654049"/>
        <a:ext cx="3226223" cy="720000"/>
      </dsp:txXfrm>
    </dsp:sp>
    <dsp:sp modelId="{C5F35ECC-6AD6-4090-A2D4-82B0F32CA58B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41048-E3A1-447A-9CAC-07607577B682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i="0" kern="1200" baseline="0"/>
            <a:t>Modularität des Projekts</a:t>
          </a:r>
          <a:r>
            <a:rPr lang="en-DE" sz="1700" b="0" i="0" kern="1200" baseline="0"/>
            <a:t>: Erleichtert Aktualisierungen und hält den Code organisiert. </a:t>
          </a:r>
          <a:endParaRPr lang="en-US" sz="17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8FB6-F369-4F05-3442-CFE23488F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F1FF3-B16E-301F-52A3-8FE7628BF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1D9D-4E47-7E2D-8477-8D6A180C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EA52-89A4-8CE4-41E7-0D837396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2030-E40E-1E03-F631-7BE8CB13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69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C612-73E4-B631-30D2-D3C83176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DC30-99FA-5CEE-C12C-B1A34A18C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692D8-FC9A-1F81-8C27-1991C0A3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CAB02-1B4A-BC02-5D02-BF26F1BC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2078A-E0E6-3941-70BF-0061FFCC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827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FB22-5F96-39FB-4337-CF8D62F6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F5B3-49BC-E2CA-A3E9-D15DEA082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A03AF-3D94-DBC2-7BA1-E1F99BB60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0312-F6FB-4F9A-1A1D-59214770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DB2FE-3C57-4120-D6BF-90FCD5D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63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3D2-ACCC-4ACE-0C84-6EBEE859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A1D3-C759-DC42-0FE7-AB9DC038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79FA9-A3EF-BC96-FF3B-A958489FC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DDA0C-9309-1616-9DA7-0F9C110A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65412-074A-EBB0-3E10-B62BD1FF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126C-44E1-B65E-0DC2-9BEC53AD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565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0AA5-400D-AE6D-E27D-3C331027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A807F-F427-FF9A-4CF7-32B967D9A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AB763-C1FE-B4C6-2DAD-58D7BBA1E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68D51-8575-FD89-2950-FE3E86A18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A4237-FE62-7E7F-5BC8-DA006B158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8C600-B5BA-0FF2-08EE-9A20F8C8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360A8-C3B9-147A-5DCB-63A48849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8E3CA-68EF-2831-479C-0247AB33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207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93C-0706-C069-A32B-5E6F6F5D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2C7FB-1973-D743-08BE-648748D9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4643-3172-E60E-7D00-4772412D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DE45F-E1B0-320B-8E00-356BD72F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939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EFC9A-9D9E-4E30-B1BD-87567FED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C2A22-FEDC-0770-D425-0097101C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806ED-8B3D-8C65-6EE4-A1261808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911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CB70-D8EF-32D6-5C8B-B5A018D6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D69DE-B234-CA45-312C-56076EFE3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6ED9E-2EE2-3DE0-4D89-EC229DDF5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C0ED3-FFE0-AF56-BBF6-838D0010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FBAFA-ADC9-AF02-FF0E-E233CC68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2E6FC-F298-DAF7-C285-A2822B02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231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594B-A093-3D94-7BC9-8C15A01B7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EFD1C-06F8-5389-5B13-44A900960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607C7-6B0E-649C-10D3-F146EAB8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06662-10D7-F4A6-624F-7CA0EA94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79C5E-78E2-8CB6-84CB-91F2BF1D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2114C-97E7-45D1-5A0D-37BDD786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19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2E4F-80A2-34FE-7470-6B778AD7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D49BC-FB8E-9215-D21C-404319DF5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7A2FF-74CC-B4F0-F852-FBED5C46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EA0D5-221D-9C1B-BCB3-B4D3C5CD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37574-D043-4C8E-69AB-DAFFE043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130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D9B73F-C566-F982-DA57-7F24A5EE5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1FD5C-6485-B95C-2F10-EAE181D9B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FA09-C162-248F-8C1F-77F69462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3CEED-871A-8C22-9AAE-8C10E198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47CD-933B-6F0A-657F-F44D4C12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279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FF295-C74C-B46A-E43B-E1DC6F2D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1D6F9-F5D1-AA28-CAE3-CC210A0A4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75C18-05CA-D46F-D627-99FA3A00A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F503C-826A-42E6-ADBD-1B6EACEF1434}" type="datetimeFigureOut">
              <a:rPr lang="en-DE" smtClean="0"/>
              <a:t>31/10/2024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142A9-15BA-2A79-CC44-1706DB52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58C62-8EEC-7DFC-82C1-06B8D6086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74B44-2862-458F-9C24-909CB41DE5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655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208EE-EBB8-1015-7DE3-66F2885AD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Einführung in Bootstrap und PHP-Layouts</a:t>
            </a:r>
            <a:endParaRPr lang="en-DE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6BCFB-78C8-793E-5DE2-27AE4B024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Ali Khorsandfard V1.0.0</a:t>
            </a:r>
            <a:endParaRPr lang="en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48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18CF0-5767-86F3-6511-7819950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Was ist Bootstrap?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72B6B268-3D51-D134-0762-3DE19197B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6691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85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CB598-3AB3-C1F8-EA90-B650BB69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Wichtige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>
                <a:solidFill>
                  <a:srgbClr val="FFFFFF"/>
                </a:solidFill>
              </a:rPr>
              <a:t>Merkmale</a:t>
            </a:r>
            <a:r>
              <a:rPr lang="en-US" sz="4000" dirty="0">
                <a:solidFill>
                  <a:srgbClr val="FFFFFF"/>
                </a:solidFill>
              </a:rPr>
              <a:t> von Bootstrap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B59D8FF2-3230-2774-19D8-105D23E9C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8311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816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E63AC-013C-71B5-2F2E-3C4DF0976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Verwendung einer Bootstrap-Vorlage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B5D5D1CC-C189-BD49-5EB6-78EE3C470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38830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662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549BF-A980-A289-F7B9-F5E31AA6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Einrichten des Projektordners</a:t>
            </a:r>
            <a:endParaRPr lang="en-DE" sz="3700">
              <a:solidFill>
                <a:srgbClr val="FFFFFF"/>
              </a:solidFill>
            </a:endParaRPr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0AA9B2D6-0ECB-5DD4-1706-819B522DE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0923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445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6666E-9EF3-904E-67DA-4F7E4DF0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Erstellen von Header- und Footer-Komponenten in PHP</a:t>
            </a:r>
            <a:endParaRPr lang="en-DE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9848B8-1B0E-2D84-8E15-5BC9085CCF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header.php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Beginnen Sie mit grundlegenden HTML- und Bootstrap-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&lt;head&gt;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</a:rPr>
              <a:t>-Code.</a:t>
            </a:r>
            <a:endParaRPr kumimoji="0" lang="en-DE" altLang="en-DE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Bootstrap-CSS-Datei einbinden.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Beenden Sie die Datei mit dem Öffnen des 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&lt;body&gt;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</a:rPr>
              <a:t>-Tags.</a:t>
            </a:r>
            <a:endParaRPr kumimoji="0" lang="en-DE" altLang="en-DE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footer.php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Schließen Sie die 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&lt;body&gt;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</a:rPr>
              <a:t>- und 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&lt;html&gt;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</a:rPr>
              <a:t>-Tags.</a:t>
            </a:r>
            <a:endParaRPr kumimoji="0" lang="en-DE" altLang="en-DE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Optional: Scripts für Bootstrap-JavaScript-Funktionalitäten hinzufügen.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DE" altLang="en-DE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30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84CD4-94F0-C88B-BA2A-5E9F5883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Codebeispiel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94CAB6-D5C4-F613-611A-137430725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600"/>
              <a:t>&lt;!-- header.php --&gt;</a:t>
            </a:r>
          </a:p>
          <a:p>
            <a:pPr marL="0"/>
            <a:r>
              <a:rPr lang="en-US" sz="1600"/>
              <a:t>&lt;!DOCTYPE html&gt;</a:t>
            </a:r>
          </a:p>
          <a:p>
            <a:pPr marL="0"/>
            <a:r>
              <a:rPr lang="en-US" sz="1600"/>
              <a:t>&lt;html lang="de"&gt;</a:t>
            </a:r>
          </a:p>
          <a:p>
            <a:pPr marL="0"/>
            <a:r>
              <a:rPr lang="en-US" sz="1600"/>
              <a:t>&lt;head&gt;</a:t>
            </a:r>
          </a:p>
          <a:p>
            <a:pPr marL="0"/>
            <a:r>
              <a:rPr lang="en-US" sz="1600"/>
              <a:t>    &lt;meta charset="UTF-8"&gt;</a:t>
            </a:r>
          </a:p>
          <a:p>
            <a:pPr marL="0"/>
            <a:r>
              <a:rPr lang="en-US" sz="1600"/>
              <a:t>    &lt;meta name="viewport" content="width=device-width, initial-scale=1.0"&gt;</a:t>
            </a:r>
          </a:p>
          <a:p>
            <a:pPr marL="0"/>
            <a:r>
              <a:rPr lang="en-US" sz="1600"/>
              <a:t>    &lt;title&gt;Mein Bootstrap PHP Layout&lt;/title&gt;</a:t>
            </a:r>
          </a:p>
          <a:p>
            <a:pPr marL="0"/>
            <a:r>
              <a:rPr lang="en-US" sz="1600"/>
              <a:t>    &lt;link rel="stylesheet" href="https://stackpath.bootstrapcdn.com/bootstrap/5.0.0/css/bootstrap.min.css"&gt;</a:t>
            </a:r>
          </a:p>
          <a:p>
            <a:pPr marL="0"/>
            <a:r>
              <a:rPr lang="en-US" sz="1600"/>
              <a:t>&lt;/head&gt;</a:t>
            </a:r>
          </a:p>
          <a:p>
            <a:pPr marL="0"/>
            <a:r>
              <a:rPr lang="en-US" sz="1600"/>
              <a:t>&lt;body&gt;</a:t>
            </a:r>
          </a:p>
          <a:p>
            <a:pPr marL="0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6168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FCF81-FFFE-2799-AD0E-CC7BC185F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Hinzufügen einer Navbar-Komponente</a:t>
            </a:r>
            <a:br>
              <a:rPr lang="en-US" sz="2800" b="1">
                <a:solidFill>
                  <a:srgbClr val="FFFFFF"/>
                </a:solidFill>
              </a:rPr>
            </a:br>
            <a:endParaRPr lang="en-DE" sz="2800">
              <a:solidFill>
                <a:srgbClr val="FFFFFF"/>
              </a:solidFill>
            </a:endParaRPr>
          </a:p>
        </p:txBody>
      </p:sp>
      <p:graphicFrame>
        <p:nvGraphicFramePr>
          <p:cNvPr id="33" name="Content Placeholder 4">
            <a:extLst>
              <a:ext uri="{FF2B5EF4-FFF2-40B4-BE49-F238E27FC236}">
                <a16:creationId xmlns:a16="http://schemas.microsoft.com/office/drawing/2014/main" id="{D2ACCEBB-9C08-E9C0-54DE-844F78775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3831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586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EC70A-EA6E-06F8-F443-E20E6F9F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Codebeispiel</a:t>
            </a:r>
            <a:endParaRPr lang="en-DE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91664-2BE1-8FEF-D1AC-C6CAA1DA3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58462"/>
            <a:ext cx="9724031" cy="42430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&lt;!-- </a:t>
            </a:r>
            <a:r>
              <a:rPr lang="en-US" sz="1100" dirty="0" err="1"/>
              <a:t>navbar.php</a:t>
            </a:r>
            <a:r>
              <a:rPr lang="en-US" sz="1100" dirty="0"/>
              <a:t> --&gt;</a:t>
            </a:r>
          </a:p>
          <a:p>
            <a:pPr marL="0" indent="0">
              <a:buNone/>
            </a:pPr>
            <a:r>
              <a:rPr lang="en-US" sz="1100" dirty="0"/>
              <a:t>&lt;nav class="navbar navbar-expand-lg navbar-light </a:t>
            </a:r>
            <a:r>
              <a:rPr lang="en-US" sz="1100" dirty="0" err="1"/>
              <a:t>bg</a:t>
            </a:r>
            <a:r>
              <a:rPr lang="en-US" sz="1100" dirty="0"/>
              <a:t>-light"&gt;</a:t>
            </a:r>
          </a:p>
          <a:p>
            <a:pPr marL="0" indent="0">
              <a:buNone/>
            </a:pPr>
            <a:r>
              <a:rPr lang="en-US" sz="1100" dirty="0"/>
              <a:t>    &lt;a class="navbar-brand" </a:t>
            </a:r>
            <a:r>
              <a:rPr lang="en-US" sz="1100" dirty="0" err="1"/>
              <a:t>href</a:t>
            </a:r>
            <a:r>
              <a:rPr lang="en-US" sz="1100" dirty="0"/>
              <a:t>="#"&gt;</a:t>
            </a:r>
            <a:r>
              <a:rPr lang="en-US" sz="1100" dirty="0" err="1"/>
              <a:t>Meine</a:t>
            </a:r>
            <a:r>
              <a:rPr lang="en-US" sz="1100" dirty="0"/>
              <a:t> </a:t>
            </a:r>
            <a:r>
              <a:rPr lang="en-US" sz="1100" dirty="0" err="1"/>
              <a:t>Seite</a:t>
            </a:r>
            <a:r>
              <a:rPr lang="en-US" sz="1100" dirty="0"/>
              <a:t>&lt;/a&gt;</a:t>
            </a:r>
          </a:p>
          <a:p>
            <a:pPr marL="0" indent="0">
              <a:buNone/>
            </a:pPr>
            <a:r>
              <a:rPr lang="en-US" sz="1100" dirty="0"/>
              <a:t>    &lt;button class="navbar-toggler" type="button" data-toggle="collapse" data-target="#</a:t>
            </a:r>
            <a:r>
              <a:rPr lang="en-US" sz="1100" dirty="0" err="1"/>
              <a:t>navbarNav</a:t>
            </a:r>
            <a:r>
              <a:rPr lang="en-US" sz="1100" dirty="0"/>
              <a:t>"&gt;</a:t>
            </a:r>
          </a:p>
          <a:p>
            <a:pPr marL="0" indent="0">
              <a:buNone/>
            </a:pPr>
            <a:r>
              <a:rPr lang="en-US" sz="1100" dirty="0"/>
              <a:t>        &lt;span class="navbar-toggler-icon"&gt;&lt;/span&gt;</a:t>
            </a:r>
          </a:p>
          <a:p>
            <a:pPr marL="0" indent="0">
              <a:buNone/>
            </a:pPr>
            <a:r>
              <a:rPr lang="en-US" sz="1100" dirty="0"/>
              <a:t>    &lt;/button&gt;</a:t>
            </a:r>
          </a:p>
          <a:p>
            <a:pPr marL="0" indent="0">
              <a:buNone/>
            </a:pPr>
            <a:r>
              <a:rPr lang="en-US" sz="1100" dirty="0"/>
              <a:t>    &lt;div class="collapse navbar-collapse" id="</a:t>
            </a:r>
            <a:r>
              <a:rPr lang="en-US" sz="1100" dirty="0" err="1"/>
              <a:t>navbarNav</a:t>
            </a:r>
            <a:r>
              <a:rPr lang="en-US" sz="1100" dirty="0"/>
              <a:t>"&gt;</a:t>
            </a:r>
          </a:p>
          <a:p>
            <a:pPr marL="0" indent="0">
              <a:buNone/>
            </a:pPr>
            <a:r>
              <a:rPr lang="en-US" sz="1100" dirty="0"/>
              <a:t>        &lt;</a:t>
            </a:r>
            <a:r>
              <a:rPr lang="en-US" sz="1100" dirty="0" err="1"/>
              <a:t>ul</a:t>
            </a:r>
            <a:r>
              <a:rPr lang="en-US" sz="1100" dirty="0"/>
              <a:t> class="navbar-nav"&gt;</a:t>
            </a:r>
          </a:p>
          <a:p>
            <a:pPr marL="0" indent="0">
              <a:buNone/>
            </a:pPr>
            <a:r>
              <a:rPr lang="en-US" sz="1100" dirty="0"/>
              <a:t>            &lt;li class="nav-item"&gt;&lt;a class="nav-link" </a:t>
            </a:r>
            <a:r>
              <a:rPr lang="en-US" sz="1100" dirty="0" err="1"/>
              <a:t>href</a:t>
            </a:r>
            <a:r>
              <a:rPr lang="en-US" sz="1100" dirty="0"/>
              <a:t>="#"&gt;</a:t>
            </a:r>
            <a:r>
              <a:rPr lang="en-US" sz="1100" dirty="0" err="1"/>
              <a:t>Startseite</a:t>
            </a:r>
            <a:r>
              <a:rPr lang="en-US" sz="1100" dirty="0"/>
              <a:t>&lt;/a&gt;&lt;/li&gt;</a:t>
            </a:r>
          </a:p>
          <a:p>
            <a:pPr marL="0" indent="0">
              <a:buNone/>
            </a:pPr>
            <a:r>
              <a:rPr lang="en-US" sz="1100" dirty="0"/>
              <a:t>            &lt;li class="nav-item"&gt;&lt;a class="nav-link" </a:t>
            </a:r>
            <a:r>
              <a:rPr lang="en-US" sz="1100" dirty="0" err="1"/>
              <a:t>href</a:t>
            </a:r>
            <a:r>
              <a:rPr lang="en-US" sz="1100" dirty="0"/>
              <a:t>="#"&gt;</a:t>
            </a:r>
            <a:r>
              <a:rPr lang="en-US" sz="1100" dirty="0" err="1"/>
              <a:t>Über</a:t>
            </a:r>
            <a:r>
              <a:rPr lang="en-US" sz="1100" dirty="0"/>
              <a:t> </a:t>
            </a:r>
            <a:r>
              <a:rPr lang="en-US" sz="1100" dirty="0" err="1"/>
              <a:t>uns</a:t>
            </a:r>
            <a:r>
              <a:rPr lang="en-US" sz="1100" dirty="0"/>
              <a:t>&lt;/a&gt;&lt;/li&gt;</a:t>
            </a:r>
          </a:p>
          <a:p>
            <a:pPr marL="0" indent="0">
              <a:buNone/>
            </a:pPr>
            <a:r>
              <a:rPr lang="en-US" sz="1100" dirty="0"/>
              <a:t>        &lt;/</a:t>
            </a:r>
            <a:r>
              <a:rPr lang="en-US" sz="1100" dirty="0" err="1"/>
              <a:t>ul</a:t>
            </a:r>
            <a:r>
              <a:rPr lang="en-US" sz="1100" dirty="0"/>
              <a:t>&gt;</a:t>
            </a:r>
          </a:p>
          <a:p>
            <a:pPr marL="0" indent="0">
              <a:buNone/>
            </a:pPr>
            <a:r>
              <a:rPr lang="en-US" sz="1100" dirty="0"/>
              <a:t>    &lt;/div&gt;</a:t>
            </a:r>
          </a:p>
          <a:p>
            <a:pPr marL="0" indent="0">
              <a:buNone/>
            </a:pPr>
            <a:r>
              <a:rPr lang="en-US" sz="1100" dirty="0"/>
              <a:t>&lt;/nav&gt;</a:t>
            </a:r>
          </a:p>
          <a:p>
            <a:pPr marL="0" indent="0">
              <a:buNone/>
            </a:pPr>
            <a:endParaRPr lang="en-DE" sz="1100" dirty="0"/>
          </a:p>
        </p:txBody>
      </p:sp>
    </p:spTree>
    <p:extLst>
      <p:ext uri="{BB962C8B-B14F-4D97-AF65-F5344CB8AC3E}">
        <p14:creationId xmlns:p14="http://schemas.microsoft.com/office/powerpoint/2010/main" val="149430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4634F4-A083-E6FD-B095-D11EEF5EA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7" y="348865"/>
            <a:ext cx="10044023" cy="8777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Alles zusammenführen mit </a:t>
            </a:r>
            <a:r>
              <a:rPr kumimoji="0" lang="en-DE" altLang="en-DE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require_once</a:t>
            </a:r>
            <a:r>
              <a:rPr kumimoji="0" lang="en-DE" altLang="en-DE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</a:t>
            </a:r>
            <a:endParaRPr kumimoji="0" lang="en-DE" altLang="en-DE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2" name="Rectangle 2">
            <a:extLst>
              <a:ext uri="{FF2B5EF4-FFF2-40B4-BE49-F238E27FC236}">
                <a16:creationId xmlns:a16="http://schemas.microsoft.com/office/drawing/2014/main" id="{12B6F11F-8092-4456-7C11-01CB16262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463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630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DD0D7D-6F68-17F1-CF70-54BFCE049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9" y="294538"/>
            <a:ext cx="9895951" cy="1033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Codebeispiel in </a:t>
            </a:r>
            <a:r>
              <a:rPr kumimoji="0" lang="en-DE" altLang="en-DE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index.php</a:t>
            </a:r>
            <a:r>
              <a:rPr kumimoji="0" lang="en-DE" altLang="en-DE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:</a:t>
            </a:r>
            <a:endParaRPr kumimoji="0" lang="en-DE" altLang="en-DE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8AA08-C549-1C57-941F-034992C4C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&lt;!-- index.php --&gt;</a:t>
            </a:r>
          </a:p>
          <a:p>
            <a:pPr marL="0" indent="0">
              <a:buNone/>
            </a:pPr>
            <a:r>
              <a:rPr lang="en-US" sz="1700"/>
              <a:t>&lt;?php require_once 'header.php'; ?&gt;</a:t>
            </a:r>
          </a:p>
          <a:p>
            <a:pPr marL="0" indent="0">
              <a:buNone/>
            </a:pPr>
            <a:r>
              <a:rPr lang="en-US" sz="1700"/>
              <a:t>&lt;?php require_once 'navbar.php'; ?&gt;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&lt;div class="container"&gt;</a:t>
            </a:r>
          </a:p>
          <a:p>
            <a:pPr marL="0" indent="0">
              <a:buNone/>
            </a:pPr>
            <a:r>
              <a:rPr lang="en-US" sz="1700"/>
              <a:t>    &lt;h1&gt;Willkommen auf meiner Seite&lt;/h1&gt;</a:t>
            </a:r>
          </a:p>
          <a:p>
            <a:pPr marL="0" indent="0">
              <a:buNone/>
            </a:pPr>
            <a:r>
              <a:rPr lang="en-US" sz="1700"/>
              <a:t>    &lt;p&gt;Dies ist eine Beispielseite mit Bootstrap- und PHP-Komponenten.&lt;/p&gt;</a:t>
            </a:r>
          </a:p>
          <a:p>
            <a:pPr marL="0" indent="0">
              <a:buNone/>
            </a:pPr>
            <a:r>
              <a:rPr lang="en-US" sz="1700"/>
              <a:t>&lt;/div&gt;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&lt;?php require_once 'footer.php'; ?&gt;</a:t>
            </a:r>
          </a:p>
          <a:p>
            <a:pPr marL="0" indent="0">
              <a:buNone/>
            </a:pPr>
            <a:endParaRPr lang="en-DE" sz="1700"/>
          </a:p>
        </p:txBody>
      </p:sp>
    </p:spTree>
    <p:extLst>
      <p:ext uri="{BB962C8B-B14F-4D97-AF65-F5344CB8AC3E}">
        <p14:creationId xmlns:p14="http://schemas.microsoft.com/office/powerpoint/2010/main" val="16458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6B41D-D9C5-068E-B4C6-6C37D40E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Wichtige Erkenntnisse</a:t>
            </a:r>
            <a:endParaRPr lang="en-DE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B2DDB0F-028E-E9D4-1724-739CFE745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3247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50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661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Unicode MS</vt:lpstr>
      <vt:lpstr>Office Theme</vt:lpstr>
      <vt:lpstr>Einführung in Bootstrap und PHP-Layouts</vt:lpstr>
      <vt:lpstr>Was ist Bootstrap?</vt:lpstr>
      <vt:lpstr>Wichtige Merkmale von Bootstrap</vt:lpstr>
      <vt:lpstr>Verwendung einer Bootstrap-Vorlage</vt:lpstr>
      <vt:lpstr>Einrichten des Projektordners</vt:lpstr>
      <vt:lpstr>Erstellen von Header- und Footer-Komponenten in PHP</vt:lpstr>
      <vt:lpstr>Codebeispiel</vt:lpstr>
      <vt:lpstr>Hinzufügen einer Navbar-Komponente </vt:lpstr>
      <vt:lpstr>Codebeispiel</vt:lpstr>
      <vt:lpstr>Alles zusammenführen mit require_once </vt:lpstr>
      <vt:lpstr>Codebeispiel in index.php: </vt:lpstr>
      <vt:lpstr>Wichtige Erkenntnisse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Khorsandfard</dc:creator>
  <cp:lastModifiedBy>Ali Khorsandfard</cp:lastModifiedBy>
  <cp:revision>1</cp:revision>
  <dcterms:created xsi:type="dcterms:W3CDTF">2024-10-31T07:50:58Z</dcterms:created>
  <dcterms:modified xsi:type="dcterms:W3CDTF">2024-10-31T08:01:38Z</dcterms:modified>
</cp:coreProperties>
</file>